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86" r:id="rId4"/>
  </p:sldMasterIdLst>
  <p:notesMasterIdLst>
    <p:notesMasterId r:id="rId13"/>
  </p:notesMasterIdLst>
  <p:handoutMasterIdLst>
    <p:handoutMasterId r:id="rId14"/>
  </p:handoutMasterIdLst>
  <p:sldIdLst>
    <p:sldId id="2147481919" r:id="rId5"/>
    <p:sldId id="2147481393" r:id="rId6"/>
    <p:sldId id="2147481412" r:id="rId7"/>
    <p:sldId id="2147481408" r:id="rId8"/>
    <p:sldId id="2147481413" r:id="rId9"/>
    <p:sldId id="2147481396" r:id="rId10"/>
    <p:sldId id="2147481411" r:id="rId11"/>
    <p:sldId id="2147481399" r:id="rId12"/>
  </p:sldIdLst>
  <p:sldSz cx="9144000" cy="6858000" type="screen4x3"/>
  <p:notesSz cx="6735763" cy="9866313"/>
  <p:custDataLst>
    <p:tags r:id="rId15"/>
  </p:custDataLst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880" userDrawn="1">
          <p15:clr>
            <a:srgbClr val="A4A3A4"/>
          </p15:clr>
        </p15:guide>
        <p15:guide id="3" orient="horz" pos="132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00"/>
    <a:srgbClr val="FF6699"/>
    <a:srgbClr val="3399FF"/>
    <a:srgbClr val="99FFCC"/>
    <a:srgbClr val="66FF99"/>
    <a:srgbClr val="F2F2F2"/>
    <a:srgbClr val="AAB5C4"/>
    <a:srgbClr val="00EA9C"/>
    <a:srgbClr val="66FFCC"/>
    <a:srgbClr val="00FA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スタイル (中間)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929F9F4-4A8F-4326-A1B4-22849713DDAB}" styleName="濃色スタイル 1 - アクセント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A111915-BE36-4E01-A7E5-04B1672EAD32}" styleName="淡色スタイル 2 - アクセント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淡色スタイル 1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51" autoAdjust="0"/>
    <p:restoredTop sz="94889" autoAdjust="0"/>
  </p:normalViewPr>
  <p:slideViewPr>
    <p:cSldViewPr snapToGrid="0" showGuides="1">
      <p:cViewPr>
        <p:scale>
          <a:sx n="50" d="100"/>
          <a:sy n="50" d="100"/>
        </p:scale>
        <p:origin x="1700" y="628"/>
      </p:cViewPr>
      <p:guideLst>
        <p:guide pos="2880"/>
        <p:guide orient="horz" pos="13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279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gs" Target="tags/tag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廣田 万里子" userId="b2c26e34-d797-442c-b01e-aba1f3fdca04" providerId="ADAL" clId="{75A6276E-1761-4551-A68F-A6B5FFD48EB6}"/>
    <pc:docChg chg="undo redo custSel addSld delSld modSld sldOrd modMainMaster">
      <pc:chgData name="廣田 万里子" userId="b2c26e34-d797-442c-b01e-aba1f3fdca04" providerId="ADAL" clId="{75A6276E-1761-4551-A68F-A6B5FFD48EB6}" dt="2026-08-25T04:57:17.925" v="5419" actId="1076"/>
      <pc:docMkLst>
        <pc:docMk/>
      </pc:docMkLst>
      <pc:sldChg chg="addSp delSp modSp add mod">
        <pc:chgData name="廣田 万里子" userId="b2c26e34-d797-442c-b01e-aba1f3fdca04" providerId="ADAL" clId="{75A6276E-1761-4551-A68F-A6B5FFD48EB6}" dt="2026-08-25T04:57:17.925" v="5419" actId="1076"/>
        <pc:sldMkLst>
          <pc:docMk/>
          <pc:sldMk cId="3131186559" sldId="2147481393"/>
        </pc:sldMkLst>
        <pc:spChg chg="mod">
          <ac:chgData name="廣田 万里子" userId="b2c26e34-d797-442c-b01e-aba1f3fdca04" providerId="ADAL" clId="{75A6276E-1761-4551-A68F-A6B5FFD48EB6}" dt="2026-07-28T01:18:47.089" v="5000" actId="1076"/>
          <ac:spMkLst>
            <pc:docMk/>
            <pc:sldMk cId="3131186559" sldId="2147481393"/>
            <ac:spMk id="5" creationId="{C6F175C1-8B13-076F-BF4E-E3DE2C1D6CC4}"/>
          </ac:spMkLst>
        </pc:spChg>
        <pc:spChg chg="mod">
          <ac:chgData name="廣田 万里子" userId="b2c26e34-d797-442c-b01e-aba1f3fdca04" providerId="ADAL" clId="{75A6276E-1761-4551-A68F-A6B5FFD48EB6}" dt="2026-07-28T05:24:23.180" v="5280" actId="1076"/>
          <ac:spMkLst>
            <pc:docMk/>
            <pc:sldMk cId="3131186559" sldId="2147481393"/>
            <ac:spMk id="7" creationId="{10C4874E-DCD1-BD79-CE40-2826072A0B90}"/>
          </ac:spMkLst>
        </pc:spChg>
        <pc:spChg chg="mod">
          <ac:chgData name="廣田 万里子" userId="b2c26e34-d797-442c-b01e-aba1f3fdca04" providerId="ADAL" clId="{75A6276E-1761-4551-A68F-A6B5FFD48EB6}" dt="2026-07-28T05:13:09.291" v="5075" actId="14100"/>
          <ac:spMkLst>
            <pc:docMk/>
            <pc:sldMk cId="3131186559" sldId="2147481393"/>
            <ac:spMk id="11" creationId="{72A2800D-CA39-B16E-E0AB-43EB62927EE4}"/>
          </ac:spMkLst>
        </pc:spChg>
        <pc:spChg chg="mod">
          <ac:chgData name="廣田 万里子" userId="b2c26e34-d797-442c-b01e-aba1f3fdca04" providerId="ADAL" clId="{75A6276E-1761-4551-A68F-A6B5FFD48EB6}" dt="2026-07-28T01:19:47.043" v="5010" actId="1076"/>
          <ac:spMkLst>
            <pc:docMk/>
            <pc:sldMk cId="3131186559" sldId="2147481393"/>
            <ac:spMk id="13" creationId="{102D299F-C9D6-F072-24E0-525018154387}"/>
          </ac:spMkLst>
        </pc:spChg>
        <pc:spChg chg="mod">
          <ac:chgData name="廣田 万里子" userId="b2c26e34-d797-442c-b01e-aba1f3fdca04" providerId="ADAL" clId="{75A6276E-1761-4551-A68F-A6B5FFD48EB6}" dt="2026-08-17T02:01:06.104" v="5411" actId="1076"/>
          <ac:spMkLst>
            <pc:docMk/>
            <pc:sldMk cId="3131186559" sldId="2147481393"/>
            <ac:spMk id="14" creationId="{F2785A23-38DC-6B97-2CF6-E1BA6C429542}"/>
          </ac:spMkLst>
        </pc:spChg>
        <pc:spChg chg="add mod">
          <ac:chgData name="廣田 万里子" userId="b2c26e34-d797-442c-b01e-aba1f3fdca04" providerId="ADAL" clId="{75A6276E-1761-4551-A68F-A6B5FFD48EB6}" dt="2026-07-28T05:21:28.515" v="5234" actId="1076"/>
          <ac:spMkLst>
            <pc:docMk/>
            <pc:sldMk cId="3131186559" sldId="2147481393"/>
            <ac:spMk id="15" creationId="{0BE0E177-2D6D-4B26-FE4B-E39694976428}"/>
          </ac:spMkLst>
        </pc:spChg>
        <pc:spChg chg="add mod">
          <ac:chgData name="廣田 万里子" userId="b2c26e34-d797-442c-b01e-aba1f3fdca04" providerId="ADAL" clId="{75A6276E-1761-4551-A68F-A6B5FFD48EB6}" dt="2026-07-28T05:21:16.966" v="5231" actId="1076"/>
          <ac:spMkLst>
            <pc:docMk/>
            <pc:sldMk cId="3131186559" sldId="2147481393"/>
            <ac:spMk id="16" creationId="{09FDF1F5-DC86-E790-BF26-B2845DCA875E}"/>
          </ac:spMkLst>
        </pc:spChg>
        <pc:spChg chg="mod">
          <ac:chgData name="廣田 万里子" userId="b2c26e34-d797-442c-b01e-aba1f3fdca04" providerId="ADAL" clId="{75A6276E-1761-4551-A68F-A6B5FFD48EB6}" dt="2026-07-28T05:24:20.053" v="5279" actId="1076"/>
          <ac:spMkLst>
            <pc:docMk/>
            <pc:sldMk cId="3131186559" sldId="2147481393"/>
            <ac:spMk id="19" creationId="{99CE444F-287A-5D90-B62C-69F71283B7FF}"/>
          </ac:spMkLst>
        </pc:spChg>
        <pc:spChg chg="add mod">
          <ac:chgData name="廣田 万里子" userId="b2c26e34-d797-442c-b01e-aba1f3fdca04" providerId="ADAL" clId="{75A6276E-1761-4551-A68F-A6B5FFD48EB6}" dt="2026-08-06T04:59:35.528" v="5406" actId="20577"/>
          <ac:spMkLst>
            <pc:docMk/>
            <pc:sldMk cId="3131186559" sldId="2147481393"/>
            <ac:spMk id="22" creationId="{F1D229BE-382D-83B4-4532-34E01EEAA698}"/>
          </ac:spMkLst>
        </pc:spChg>
        <pc:spChg chg="mod">
          <ac:chgData name="廣田 万里子" userId="b2c26e34-d797-442c-b01e-aba1f3fdca04" providerId="ADAL" clId="{75A6276E-1761-4551-A68F-A6B5FFD48EB6}" dt="2026-07-28T05:23:36.086" v="5277" actId="255"/>
          <ac:spMkLst>
            <pc:docMk/>
            <pc:sldMk cId="3131186559" sldId="2147481393"/>
            <ac:spMk id="23" creationId="{606CCBFF-88FF-C8D0-70CE-961DC94CD0EC}"/>
          </ac:spMkLst>
        </pc:spChg>
        <pc:spChg chg="add mod">
          <ac:chgData name="廣田 万里子" userId="b2c26e34-d797-442c-b01e-aba1f3fdca04" providerId="ADAL" clId="{75A6276E-1761-4551-A68F-A6B5FFD48EB6}" dt="2026-08-06T04:59:24.289" v="5402" actId="20577"/>
          <ac:spMkLst>
            <pc:docMk/>
            <pc:sldMk cId="3131186559" sldId="2147481393"/>
            <ac:spMk id="25" creationId="{13C62D4E-D890-4665-3840-BD6CBE643C05}"/>
          </ac:spMkLst>
        </pc:spChg>
        <pc:spChg chg="mod">
          <ac:chgData name="廣田 万里子" userId="b2c26e34-d797-442c-b01e-aba1f3fdca04" providerId="ADAL" clId="{75A6276E-1761-4551-A68F-A6B5FFD48EB6}" dt="2026-07-28T05:16:39.879" v="5093" actId="404"/>
          <ac:spMkLst>
            <pc:docMk/>
            <pc:sldMk cId="3131186559" sldId="2147481393"/>
            <ac:spMk id="40" creationId="{FD358A8A-8224-909D-39F1-B15C02386BA0}"/>
          </ac:spMkLst>
        </pc:spChg>
        <pc:spChg chg="add mod">
          <ac:chgData name="廣田 万里子" userId="b2c26e34-d797-442c-b01e-aba1f3fdca04" providerId="ADAL" clId="{75A6276E-1761-4551-A68F-A6B5FFD48EB6}" dt="2026-07-28T05:21:20.319" v="5232" actId="1076"/>
          <ac:spMkLst>
            <pc:docMk/>
            <pc:sldMk cId="3131186559" sldId="2147481393"/>
            <ac:spMk id="41" creationId="{94D3C889-2448-0427-D0A4-67C864AB138A}"/>
          </ac:spMkLst>
        </pc:spChg>
        <pc:spChg chg="mod">
          <ac:chgData name="廣田 万里子" userId="b2c26e34-d797-442c-b01e-aba1f3fdca04" providerId="ADAL" clId="{75A6276E-1761-4551-A68F-A6B5FFD48EB6}" dt="2026-08-25T04:57:02.299" v="5417" actId="20577"/>
          <ac:spMkLst>
            <pc:docMk/>
            <pc:sldMk cId="3131186559" sldId="2147481393"/>
            <ac:spMk id="62" creationId="{B5E7D29C-0D1F-616E-5759-037D510C76DA}"/>
          </ac:spMkLst>
        </pc:spChg>
        <pc:spChg chg="add mod">
          <ac:chgData name="廣田 万里子" userId="b2c26e34-d797-442c-b01e-aba1f3fdca04" providerId="ADAL" clId="{75A6276E-1761-4551-A68F-A6B5FFD48EB6}" dt="2026-08-25T04:57:17.925" v="5419" actId="1076"/>
          <ac:spMkLst>
            <pc:docMk/>
            <pc:sldMk cId="3131186559" sldId="2147481393"/>
            <ac:spMk id="63" creationId="{1E7A6949-B3D1-592F-389C-CA0091FFC69C}"/>
          </ac:spMkLst>
        </pc:spChg>
        <pc:spChg chg="mod">
          <ac:chgData name="廣田 万里子" userId="b2c26e34-d797-442c-b01e-aba1f3fdca04" providerId="ADAL" clId="{75A6276E-1761-4551-A68F-A6B5FFD48EB6}" dt="2026-07-28T05:17:43.303" v="5102" actId="1076"/>
          <ac:spMkLst>
            <pc:docMk/>
            <pc:sldMk cId="3131186559" sldId="2147481393"/>
            <ac:spMk id="67" creationId="{09C15935-4EFC-1C8B-8C93-7901DD825327}"/>
          </ac:spMkLst>
        </pc:spChg>
        <pc:spChg chg="mod">
          <ac:chgData name="廣田 万里子" userId="b2c26e34-d797-442c-b01e-aba1f3fdca04" providerId="ADAL" clId="{75A6276E-1761-4551-A68F-A6B5FFD48EB6}" dt="2026-07-28T05:17:48.645" v="5103" actId="1076"/>
          <ac:spMkLst>
            <pc:docMk/>
            <pc:sldMk cId="3131186559" sldId="2147481393"/>
            <ac:spMk id="70" creationId="{421DF73D-E574-4F57-26B8-9AE481E389F9}"/>
          </ac:spMkLst>
        </pc:spChg>
        <pc:spChg chg="add mod">
          <ac:chgData name="廣田 万里子" userId="b2c26e34-d797-442c-b01e-aba1f3fdca04" providerId="ADAL" clId="{75A6276E-1761-4551-A68F-A6B5FFD48EB6}" dt="2026-07-28T05:17:52.523" v="5104" actId="14100"/>
          <ac:spMkLst>
            <pc:docMk/>
            <pc:sldMk cId="3131186559" sldId="2147481393"/>
            <ac:spMk id="71" creationId="{67794367-6B5B-A3FF-E3A9-8409E7184401}"/>
          </ac:spMkLst>
        </pc:spChg>
        <pc:spChg chg="add mod">
          <ac:chgData name="廣田 万里子" userId="b2c26e34-d797-442c-b01e-aba1f3fdca04" providerId="ADAL" clId="{75A6276E-1761-4551-A68F-A6B5FFD48EB6}" dt="2026-07-28T05:17:59.520" v="5105" actId="1076"/>
          <ac:spMkLst>
            <pc:docMk/>
            <pc:sldMk cId="3131186559" sldId="2147481393"/>
            <ac:spMk id="75" creationId="{FCCBA2FF-8A75-1224-1146-FFE70BF8EAC9}"/>
          </ac:spMkLst>
        </pc:spChg>
        <pc:spChg chg="mod">
          <ac:chgData name="廣田 万里子" userId="b2c26e34-d797-442c-b01e-aba1f3fdca04" providerId="ADAL" clId="{75A6276E-1761-4551-A68F-A6B5FFD48EB6}" dt="2026-07-28T05:17:13.360" v="5098" actId="1076"/>
          <ac:spMkLst>
            <pc:docMk/>
            <pc:sldMk cId="3131186559" sldId="2147481393"/>
            <ac:spMk id="123" creationId="{AD680FEE-2718-C0F8-A206-B922AF65D999}"/>
          </ac:spMkLst>
        </pc:spChg>
        <pc:spChg chg="mod">
          <ac:chgData name="廣田 万里子" userId="b2c26e34-d797-442c-b01e-aba1f3fdca04" providerId="ADAL" clId="{75A6276E-1761-4551-A68F-A6B5FFD48EB6}" dt="2026-08-06T01:28:34.389" v="5399" actId="1076"/>
          <ac:spMkLst>
            <pc:docMk/>
            <pc:sldMk cId="3131186559" sldId="2147481393"/>
            <ac:spMk id="132" creationId="{963D194E-602F-0D2A-379C-10A061DD818B}"/>
          </ac:spMkLst>
        </pc:spChg>
        <pc:spChg chg="add del mod topLvl">
          <ac:chgData name="廣田 万里子" userId="b2c26e34-d797-442c-b01e-aba1f3fdca04" providerId="ADAL" clId="{75A6276E-1761-4551-A68F-A6B5FFD48EB6}" dt="2026-07-28T05:42:02.011" v="5288" actId="1076"/>
          <ac:spMkLst>
            <pc:docMk/>
            <pc:sldMk cId="3131186559" sldId="2147481393"/>
            <ac:spMk id="140" creationId="{36F458AF-4D59-E5CA-5818-D3A073E00637}"/>
          </ac:spMkLst>
        </pc:spChg>
        <pc:spChg chg="mod">
          <ac:chgData name="廣田 万里子" userId="b2c26e34-d797-442c-b01e-aba1f3fdca04" providerId="ADAL" clId="{75A6276E-1761-4551-A68F-A6B5FFD48EB6}" dt="2026-07-28T05:16:39.879" v="5093" actId="404"/>
          <ac:spMkLst>
            <pc:docMk/>
            <pc:sldMk cId="3131186559" sldId="2147481393"/>
            <ac:spMk id="143" creationId="{BC84B31A-1306-7EC0-94F9-09DC7C05BB23}"/>
          </ac:spMkLst>
        </pc:spChg>
        <pc:spChg chg="mod">
          <ac:chgData name="廣田 万里子" userId="b2c26e34-d797-442c-b01e-aba1f3fdca04" providerId="ADAL" clId="{75A6276E-1761-4551-A68F-A6B5FFD48EB6}" dt="2026-08-17T02:01:10.837" v="5412" actId="14100"/>
          <ac:spMkLst>
            <pc:docMk/>
            <pc:sldMk cId="3131186559" sldId="2147481393"/>
            <ac:spMk id="145" creationId="{A42050D7-4E34-11DB-5191-1C6385994829}"/>
          </ac:spMkLst>
        </pc:spChg>
        <pc:spChg chg="mod">
          <ac:chgData name="廣田 万里子" userId="b2c26e34-d797-442c-b01e-aba1f3fdca04" providerId="ADAL" clId="{75A6276E-1761-4551-A68F-A6B5FFD48EB6}" dt="2026-07-28T05:16:39.879" v="5093" actId="404"/>
          <ac:spMkLst>
            <pc:docMk/>
            <pc:sldMk cId="3131186559" sldId="2147481393"/>
            <ac:spMk id="169" creationId="{18263D9F-8007-1306-D62D-1E23D70B502D}"/>
          </ac:spMkLst>
        </pc:spChg>
        <pc:spChg chg="mod">
          <ac:chgData name="廣田 万里子" userId="b2c26e34-d797-442c-b01e-aba1f3fdca04" providerId="ADAL" clId="{75A6276E-1761-4551-A68F-A6B5FFD48EB6}" dt="2026-08-06T01:32:17.311" v="5400" actId="1076"/>
          <ac:spMkLst>
            <pc:docMk/>
            <pc:sldMk cId="3131186559" sldId="2147481393"/>
            <ac:spMk id="174" creationId="{A55E7BC4-A859-2ED1-3333-2C84A4457C4B}"/>
          </ac:spMkLst>
        </pc:spChg>
        <pc:spChg chg="mod">
          <ac:chgData name="廣田 万里子" userId="b2c26e34-d797-442c-b01e-aba1f3fdca04" providerId="ADAL" clId="{75A6276E-1761-4551-A68F-A6B5FFD48EB6}" dt="2026-07-28T05:16:39.879" v="5093" actId="404"/>
          <ac:spMkLst>
            <pc:docMk/>
            <pc:sldMk cId="3131186559" sldId="2147481393"/>
            <ac:spMk id="179" creationId="{E0E94467-8E5F-6919-57A3-7D6EA8E52566}"/>
          </ac:spMkLst>
        </pc:spChg>
        <pc:spChg chg="mod">
          <ac:chgData name="廣田 万里子" userId="b2c26e34-d797-442c-b01e-aba1f3fdca04" providerId="ADAL" clId="{75A6276E-1761-4551-A68F-A6B5FFD48EB6}" dt="2026-07-28T05:22:43.984" v="5247" actId="1076"/>
          <ac:spMkLst>
            <pc:docMk/>
            <pc:sldMk cId="3131186559" sldId="2147481393"/>
            <ac:spMk id="212" creationId="{37CC5C05-7DC0-0894-3A4F-0CF536448E66}"/>
          </ac:spMkLst>
        </pc:spChg>
        <pc:spChg chg="mod">
          <ac:chgData name="廣田 万里子" userId="b2c26e34-d797-442c-b01e-aba1f3fdca04" providerId="ADAL" clId="{75A6276E-1761-4551-A68F-A6B5FFD48EB6}" dt="2026-07-28T05:21:07.810" v="5229" actId="1076"/>
          <ac:spMkLst>
            <pc:docMk/>
            <pc:sldMk cId="3131186559" sldId="2147481393"/>
            <ac:spMk id="246" creationId="{D2D1DA30-0B75-607E-9474-83CB1985300B}"/>
          </ac:spMkLst>
        </pc:spChg>
        <pc:spChg chg="mod">
          <ac:chgData name="廣田 万里子" userId="b2c26e34-d797-442c-b01e-aba1f3fdca04" providerId="ADAL" clId="{75A6276E-1761-4551-A68F-A6B5FFD48EB6}" dt="2026-07-28T05:16:07.266" v="5092" actId="403"/>
          <ac:spMkLst>
            <pc:docMk/>
            <pc:sldMk cId="3131186559" sldId="2147481393"/>
            <ac:spMk id="267" creationId="{993B1266-E532-4AB1-A0FE-642F4574E63C}"/>
          </ac:spMkLst>
        </pc:spChg>
        <pc:grpChg chg="mod">
          <ac:chgData name="廣田 万里子" userId="b2c26e34-d797-442c-b01e-aba1f3fdca04" providerId="ADAL" clId="{75A6276E-1761-4551-A68F-A6B5FFD48EB6}" dt="2026-07-28T05:21:12.875" v="5230" actId="1076"/>
          <ac:grpSpMkLst>
            <pc:docMk/>
            <pc:sldMk cId="3131186559" sldId="2147481393"/>
            <ac:grpSpMk id="4" creationId="{6E814A6C-2616-9654-1C68-C0973A729A0F}"/>
          </ac:grpSpMkLst>
        </pc:grpChg>
        <pc:grpChg chg="mod">
          <ac:chgData name="廣田 万里子" userId="b2c26e34-d797-442c-b01e-aba1f3fdca04" providerId="ADAL" clId="{75A6276E-1761-4551-A68F-A6B5FFD48EB6}" dt="2026-07-28T05:21:25.081" v="5233" actId="1076"/>
          <ac:grpSpMkLst>
            <pc:docMk/>
            <pc:sldMk cId="3131186559" sldId="2147481393"/>
            <ac:grpSpMk id="9" creationId="{92575634-519B-6E7D-B127-943BFE3C7D8E}"/>
          </ac:grpSpMkLst>
        </pc:grpChg>
        <pc:grpChg chg="mod">
          <ac:chgData name="廣田 万里子" userId="b2c26e34-d797-442c-b01e-aba1f3fdca04" providerId="ADAL" clId="{75A6276E-1761-4551-A68F-A6B5FFD48EB6}" dt="2026-07-28T05:42:22.524" v="5290" actId="1076"/>
          <ac:grpSpMkLst>
            <pc:docMk/>
            <pc:sldMk cId="3131186559" sldId="2147481393"/>
            <ac:grpSpMk id="24" creationId="{E670849B-9A04-3995-CFFD-586EC11CABA1}"/>
          </ac:grpSpMkLst>
        </pc:grpChg>
        <pc:grpChg chg="mod">
          <ac:chgData name="廣田 万里子" userId="b2c26e34-d797-442c-b01e-aba1f3fdca04" providerId="ADAL" clId="{75A6276E-1761-4551-A68F-A6B5FFD48EB6}" dt="2026-08-17T02:01:01.504" v="5410" actId="1076"/>
          <ac:grpSpMkLst>
            <pc:docMk/>
            <pc:sldMk cId="3131186559" sldId="2147481393"/>
            <ac:grpSpMk id="37" creationId="{C1A93ADD-EA4A-85E3-2F4E-EDC51AC3308C}"/>
          </ac:grpSpMkLst>
        </pc:grpChg>
        <pc:grpChg chg="mod">
          <ac:chgData name="廣田 万里子" userId="b2c26e34-d797-442c-b01e-aba1f3fdca04" providerId="ADAL" clId="{75A6276E-1761-4551-A68F-A6B5FFD48EB6}" dt="2026-08-25T04:57:13.349" v="5418" actId="1076"/>
          <ac:grpSpMkLst>
            <pc:docMk/>
            <pc:sldMk cId="3131186559" sldId="2147481393"/>
            <ac:grpSpMk id="60" creationId="{2E8E7EBA-3A15-E113-5B00-13A6FECBA606}"/>
          </ac:grpSpMkLst>
        </pc:grpChg>
        <pc:grpChg chg="mod">
          <ac:chgData name="廣田 万里子" userId="b2c26e34-d797-442c-b01e-aba1f3fdca04" providerId="ADAL" clId="{75A6276E-1761-4551-A68F-A6B5FFD48EB6}" dt="2026-07-28T05:17:33.749" v="5100" actId="1076"/>
          <ac:grpSpMkLst>
            <pc:docMk/>
            <pc:sldMk cId="3131186559" sldId="2147481393"/>
            <ac:grpSpMk id="64" creationId="{98F3A209-80EB-4D03-88EE-5ECDC187C01B}"/>
          </ac:grpSpMkLst>
        </pc:grpChg>
        <pc:grpChg chg="mod">
          <ac:chgData name="廣田 万里子" userId="b2c26e34-d797-442c-b01e-aba1f3fdca04" providerId="ADAL" clId="{75A6276E-1761-4551-A68F-A6B5FFD48EB6}" dt="2026-07-28T05:13:30.461" v="5077" actId="1076"/>
          <ac:grpSpMkLst>
            <pc:docMk/>
            <pc:sldMk cId="3131186559" sldId="2147481393"/>
            <ac:grpSpMk id="68" creationId="{20AD6E4E-B203-B9D8-98E7-073514E1373A}"/>
          </ac:grpSpMkLst>
        </pc:grpChg>
        <pc:grpChg chg="mod">
          <ac:chgData name="廣田 万里子" userId="b2c26e34-d797-442c-b01e-aba1f3fdca04" providerId="ADAL" clId="{75A6276E-1761-4551-A68F-A6B5FFD48EB6}" dt="2026-07-28T01:19:44.066" v="5008" actId="1076"/>
          <ac:grpSpMkLst>
            <pc:docMk/>
            <pc:sldMk cId="3131186559" sldId="2147481393"/>
            <ac:grpSpMk id="79" creationId="{3815329B-7239-4585-5961-F39D08EE60AF}"/>
          </ac:grpSpMkLst>
        </pc:grpChg>
        <pc:grpChg chg="mod">
          <ac:chgData name="廣田 万里子" userId="b2c26e34-d797-442c-b01e-aba1f3fdca04" providerId="ADAL" clId="{75A6276E-1761-4551-A68F-A6B5FFD48EB6}" dt="2026-07-28T01:19:52.349" v="5011" actId="1076"/>
          <ac:grpSpMkLst>
            <pc:docMk/>
            <pc:sldMk cId="3131186559" sldId="2147481393"/>
            <ac:grpSpMk id="95" creationId="{D751B95A-4446-AD7A-E9E3-F62E8353F25B}"/>
          </ac:grpSpMkLst>
        </pc:grpChg>
        <pc:grpChg chg="add del mod">
          <ac:chgData name="廣田 万里子" userId="b2c26e34-d797-442c-b01e-aba1f3fdca04" providerId="ADAL" clId="{75A6276E-1761-4551-A68F-A6B5FFD48EB6}" dt="2026-07-28T05:42:11.382" v="5289" actId="1076"/>
          <ac:grpSpMkLst>
            <pc:docMk/>
            <pc:sldMk cId="3131186559" sldId="2147481393"/>
            <ac:grpSpMk id="138" creationId="{43D86300-76A0-5E77-E298-D71FE64EAA9E}"/>
          </ac:grpSpMkLst>
        </pc:grpChg>
        <pc:picChg chg="mod">
          <ac:chgData name="廣田 万里子" userId="b2c26e34-d797-442c-b01e-aba1f3fdca04" providerId="ADAL" clId="{75A6276E-1761-4551-A68F-A6B5FFD48EB6}" dt="2026-07-28T05:23:15.510" v="5257"/>
          <ac:picMkLst>
            <pc:docMk/>
            <pc:sldMk cId="3131186559" sldId="2147481393"/>
            <ac:picMk id="18" creationId="{EF245AB7-389A-5339-CD55-064C7EADFA41}"/>
          </ac:picMkLst>
        </pc:picChg>
        <pc:picChg chg="mod">
          <ac:chgData name="廣田 万里子" userId="b2c26e34-d797-442c-b01e-aba1f3fdca04" providerId="ADAL" clId="{75A6276E-1761-4551-A68F-A6B5FFD48EB6}" dt="2026-07-28T05:07:32.607" v="5034" actId="1076"/>
          <ac:picMkLst>
            <pc:docMk/>
            <pc:sldMk cId="3131186559" sldId="2147481393"/>
            <ac:picMk id="66" creationId="{8B714EA4-C481-04F2-D9C0-DBECB16D3D3E}"/>
          </ac:picMkLst>
        </pc:picChg>
        <pc:picChg chg="mod topLvl">
          <ac:chgData name="廣田 万里子" userId="b2c26e34-d797-442c-b01e-aba1f3fdca04" providerId="ADAL" clId="{75A6276E-1761-4551-A68F-A6B5FFD48EB6}" dt="2026-07-28T05:41:52.746" v="5286"/>
          <ac:picMkLst>
            <pc:docMk/>
            <pc:sldMk cId="3131186559" sldId="2147481393"/>
            <ac:picMk id="139" creationId="{E3F569B5-5644-8C1D-AC79-718582A810EA}"/>
          </ac:picMkLst>
        </pc:picChg>
        <pc:cxnChg chg="mod">
          <ac:chgData name="廣田 万里子" userId="b2c26e34-d797-442c-b01e-aba1f3fdca04" providerId="ADAL" clId="{75A6276E-1761-4551-A68F-A6B5FFD48EB6}" dt="2026-07-28T05:24:23.180" v="5280" actId="1076"/>
          <ac:cxnSpMkLst>
            <pc:docMk/>
            <pc:sldMk cId="3131186559" sldId="2147481393"/>
            <ac:cxnSpMk id="10" creationId="{925B7562-1F5A-B3AF-EF66-A3F762A0EB3F}"/>
          </ac:cxnSpMkLst>
        </pc:cxnChg>
        <pc:cxnChg chg="mod">
          <ac:chgData name="廣田 万里子" userId="b2c26e34-d797-442c-b01e-aba1f3fdca04" providerId="ADAL" clId="{75A6276E-1761-4551-A68F-A6B5FFD48EB6}" dt="2026-07-28T05:21:07.810" v="5229" actId="1076"/>
          <ac:cxnSpMkLst>
            <pc:docMk/>
            <pc:sldMk cId="3131186559" sldId="2147481393"/>
            <ac:cxnSpMk id="38" creationId="{E8FDA75F-1672-8C1B-9539-E41D65F7D376}"/>
          </ac:cxnSpMkLst>
        </pc:cxnChg>
        <pc:cxnChg chg="mod">
          <ac:chgData name="廣田 万里子" userId="b2c26e34-d797-442c-b01e-aba1f3fdca04" providerId="ADAL" clId="{75A6276E-1761-4551-A68F-A6B5FFD48EB6}" dt="2026-07-28T05:22:12.874" v="5241" actId="14100"/>
          <ac:cxnSpMkLst>
            <pc:docMk/>
            <pc:sldMk cId="3131186559" sldId="2147481393"/>
            <ac:cxnSpMk id="65" creationId="{E531D677-D254-087E-1538-D07656CD0B95}"/>
          </ac:cxnSpMkLst>
        </pc:cxnChg>
        <pc:cxnChg chg="mod">
          <ac:chgData name="廣田 万里子" userId="b2c26e34-d797-442c-b01e-aba1f3fdca04" providerId="ADAL" clId="{75A6276E-1761-4551-A68F-A6B5FFD48EB6}" dt="2026-07-28T05:13:35.844" v="5078" actId="14100"/>
          <ac:cxnSpMkLst>
            <pc:docMk/>
            <pc:sldMk cId="3131186559" sldId="2147481393"/>
            <ac:cxnSpMk id="72" creationId="{919D7261-19B4-09A5-A969-E7261AA0993F}"/>
          </ac:cxnSpMkLst>
        </pc:cxnChg>
        <pc:cxnChg chg="mod">
          <ac:chgData name="廣田 万里子" userId="b2c26e34-d797-442c-b01e-aba1f3fdca04" providerId="ADAL" clId="{75A6276E-1761-4551-A68F-A6B5FFD48EB6}" dt="2026-08-17T02:01:10.837" v="5412" actId="14100"/>
          <ac:cxnSpMkLst>
            <pc:docMk/>
            <pc:sldMk cId="3131186559" sldId="2147481393"/>
            <ac:cxnSpMk id="109" creationId="{DEE7AA52-3B57-2AAC-EC53-CC6636F0FEEF}"/>
          </ac:cxnSpMkLst>
        </pc:cxnChg>
        <pc:cxnChg chg="mod">
          <ac:chgData name="廣田 万里子" userId="b2c26e34-d797-442c-b01e-aba1f3fdca04" providerId="ADAL" clId="{75A6276E-1761-4551-A68F-A6B5FFD48EB6}" dt="2026-07-28T05:22:49.916" v="5249" actId="14100"/>
          <ac:cxnSpMkLst>
            <pc:docMk/>
            <pc:sldMk cId="3131186559" sldId="2147481393"/>
            <ac:cxnSpMk id="215" creationId="{820CECA0-C0C4-C4E9-2117-D2323058F257}"/>
          </ac:cxnSpMkLst>
        </pc:cxnChg>
        <pc:cxnChg chg="mod">
          <ac:chgData name="廣田 万里子" userId="b2c26e34-d797-442c-b01e-aba1f3fdca04" providerId="ADAL" clId="{75A6276E-1761-4551-A68F-A6B5FFD48EB6}" dt="2026-07-28T05:21:07.810" v="5229" actId="1076"/>
          <ac:cxnSpMkLst>
            <pc:docMk/>
            <pc:sldMk cId="3131186559" sldId="2147481393"/>
            <ac:cxnSpMk id="248" creationId="{9D321FFB-F1A1-D943-E570-08E1011588C2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15A63190-6A37-481C-B13A-91D5F3AD5F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EBA8020-2111-42B6-A0CD-58424D77B9A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43C387-D190-4931-8F82-E978BF6973E2}" type="datetimeFigureOut">
              <a:rPr kumimoji="1" lang="en-US" smtClean="0"/>
              <a:t>10/6/2026</a:t>
            </a:fld>
            <a:endParaRPr kumimoji="1" 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972B657-1235-4C5C-8963-D2FED5F6D6D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920C308-3B40-4087-89A4-9AC53EA6D33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0AAB3C-9AAF-4F9F-B79E-CF8A562BE573}" type="slidenum">
              <a:rPr kumimoji="1" lang="en-US" smtClean="0"/>
              <a:t>‹#›</a:t>
            </a:fld>
            <a:endParaRPr kumimoji="1" lang="en-US"/>
          </a:p>
        </p:txBody>
      </p:sp>
    </p:spTree>
    <p:extLst>
      <p:ext uri="{BB962C8B-B14F-4D97-AF65-F5344CB8AC3E}">
        <p14:creationId xmlns:p14="http://schemas.microsoft.com/office/powerpoint/2010/main" val="26192421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Meiryo UI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Meiryo UI" panose="020B0604030504040204" pitchFamily="50" charset="-128"/>
              </a:defRPr>
            </a:lvl1pPr>
          </a:lstStyle>
          <a:p>
            <a:fld id="{3A3D293F-5DD5-4B2E-BC55-254ABB6307F6}" type="datetimeFigureOut">
              <a:rPr lang="ja-JP" altLang="en-US" smtClean="0"/>
              <a:pPr/>
              <a:t>2026/10/6</a:t>
            </a:fld>
            <a:endParaRPr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149350" y="1233488"/>
            <a:ext cx="443706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>
              <a:latin typeface="Meiryo UI" panose="020B0604030504040204" pitchFamily="50" charset="-128"/>
            </a:endParaRPr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Meiryo UI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Meiryo UI" panose="020B0604030504040204" pitchFamily="50" charset="-128"/>
              </a:defRPr>
            </a:lvl1pPr>
          </a:lstStyle>
          <a:p>
            <a:fld id="{987B3FEA-834B-49C0-892C-6A287312B508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54323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  <a:sym typeface="Meiryo UI" panose="020B0604030504040204" pitchFamily="50" charset="-128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  <a:sym typeface="Meiryo UI" panose="020B0604030504040204" pitchFamily="50" charset="-128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  <a:sym typeface="Meiryo UI" panose="020B0604030504040204" pitchFamily="50" charset="-128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  <a:sym typeface="Meiryo UI" panose="020B0604030504040204" pitchFamily="50" charset="-128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  <a:sym typeface="Meiryo UI" panose="020B0604030504040204" pitchFamily="50" charset="-128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D4093-2924-2B5B-5B73-099DF394E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AE767281-91AF-3DCC-2B83-3D25FABD68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7D4259A2-11C3-8C4E-B2BE-A6ADE0ACD9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165514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線コネクタ 7"/>
          <p:cNvCxnSpPr/>
          <p:nvPr userDrawn="1"/>
        </p:nvCxnSpPr>
        <p:spPr>
          <a:xfrm>
            <a:off x="0" y="1916113"/>
            <a:ext cx="6875463" cy="0"/>
          </a:xfrm>
          <a:prstGeom prst="line">
            <a:avLst/>
          </a:prstGeom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タイトル 1"/>
          <p:cNvSpPr>
            <a:spLocks noGrp="1"/>
          </p:cNvSpPr>
          <p:nvPr>
            <p:ph type="ctrTitle"/>
          </p:nvPr>
        </p:nvSpPr>
        <p:spPr>
          <a:xfrm>
            <a:off x="360000" y="2132856"/>
            <a:ext cx="7772400" cy="576063"/>
          </a:xfrm>
        </p:spPr>
        <p:txBody>
          <a:bodyPr>
            <a:noAutofit/>
          </a:bodyPr>
          <a:lstStyle>
            <a:lvl1pPr algn="l">
              <a:lnSpc>
                <a:spcPts val="4800"/>
              </a:lnSpc>
              <a:defRPr sz="4800" b="1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12" name="サブタイトル 2"/>
          <p:cNvSpPr>
            <a:spLocks noGrp="1"/>
          </p:cNvSpPr>
          <p:nvPr>
            <p:ph type="subTitle" idx="1"/>
          </p:nvPr>
        </p:nvSpPr>
        <p:spPr>
          <a:xfrm>
            <a:off x="360363" y="3429000"/>
            <a:ext cx="6400800" cy="576064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</a:p>
        </p:txBody>
      </p:sp>
      <p:sp>
        <p:nvSpPr>
          <p:cNvPr id="14" name="テキスト プレースホルダ 18"/>
          <p:cNvSpPr>
            <a:spLocks noGrp="1"/>
          </p:cNvSpPr>
          <p:nvPr>
            <p:ph type="body" sz="quarter" idx="13"/>
          </p:nvPr>
        </p:nvSpPr>
        <p:spPr>
          <a:xfrm>
            <a:off x="360000" y="1484784"/>
            <a:ext cx="5328270" cy="431950"/>
          </a:xfrm>
        </p:spPr>
        <p:txBody>
          <a:bodyPr anchor="ctr">
            <a:normAutofit/>
          </a:bodyPr>
          <a:lstStyle>
            <a:lvl1pPr>
              <a:buNone/>
              <a:defRPr sz="1800" baseline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9" name="日付プレースホルダ 3"/>
          <p:cNvSpPr>
            <a:spLocks noGrp="1"/>
          </p:cNvSpPr>
          <p:nvPr>
            <p:ph type="dt" sz="half" idx="14"/>
          </p:nvPr>
        </p:nvSpPr>
        <p:spPr>
          <a:xfrm>
            <a:off x="6686550" y="115888"/>
            <a:ext cx="2133600" cy="365125"/>
          </a:xfr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10" name="Line 16">
            <a:extLst>
              <a:ext uri="{FF2B5EF4-FFF2-40B4-BE49-F238E27FC236}">
                <a16:creationId xmlns:a16="http://schemas.microsoft.com/office/drawing/2014/main" id="{CF08C239-C8FB-45DD-B243-825CE08F796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6475413"/>
            <a:ext cx="9144000" cy="0"/>
          </a:xfrm>
          <a:prstGeom prst="line">
            <a:avLst/>
          </a:prstGeom>
          <a:noFill/>
          <a:ln w="25400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ja-JP" altLang="en-US" sz="831"/>
          </a:p>
        </p:txBody>
      </p:sp>
      <p:sp>
        <p:nvSpPr>
          <p:cNvPr id="13" name="フッター プレースホルダー 7">
            <a:extLst>
              <a:ext uri="{FF2B5EF4-FFF2-40B4-BE49-F238E27FC236}">
                <a16:creationId xmlns:a16="http://schemas.microsoft.com/office/drawing/2014/main" id="{441A91E3-6E9E-4CC9-B474-239D8139BE09}"/>
              </a:ext>
            </a:extLst>
          </p:cNvPr>
          <p:cNvSpPr txBox="1">
            <a:spLocks/>
          </p:cNvSpPr>
          <p:nvPr userDrawn="1"/>
        </p:nvSpPr>
        <p:spPr>
          <a:xfrm>
            <a:off x="3906716" y="6491289"/>
            <a:ext cx="4586654" cy="358775"/>
          </a:xfrm>
          <a:prstGeom prst="rect">
            <a:avLst/>
          </a:prstGeom>
        </p:spPr>
        <p:txBody>
          <a:bodyPr anchor="ctr"/>
          <a:lstStyle>
            <a:defPPr>
              <a:defRPr lang="ja-JP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600" kern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600" kern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600" kern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600" kern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+mn-cs"/>
              </a:defRPr>
            </a:lvl5pPr>
            <a:lvl6pPr marL="22860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+mn-cs"/>
              </a:defRPr>
            </a:lvl6pPr>
            <a:lvl7pPr marL="27432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+mn-cs"/>
              </a:defRPr>
            </a:lvl7pPr>
            <a:lvl8pPr marL="32004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+mn-cs"/>
              </a:defRPr>
            </a:lvl8pPr>
            <a:lvl9pPr marL="36576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+mn-cs"/>
              </a:defRPr>
            </a:lvl9pPr>
          </a:lstStyle>
          <a:p>
            <a:pPr>
              <a:defRPr/>
            </a:pPr>
            <a:r>
              <a:rPr lang="ja-JP" altLang="en-US" sz="1108" dirty="0"/>
              <a:t>秘密情報　目的外使用・開示禁止　東京電力エナジーパートナー株式会社</a:t>
            </a:r>
          </a:p>
        </p:txBody>
      </p:sp>
    </p:spTree>
    <p:extLst>
      <p:ext uri="{BB962C8B-B14F-4D97-AF65-F5344CB8AC3E}">
        <p14:creationId xmlns:p14="http://schemas.microsoft.com/office/powerpoint/2010/main" val="564988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C:\Users\01024196\Desktop\新しいフォルダー (5)\powerpointlogo\hdslidelogo01-08.jpg">
            <a:extLst>
              <a:ext uri="{FF2B5EF4-FFF2-40B4-BE49-F238E27FC236}">
                <a16:creationId xmlns:a16="http://schemas.microsoft.com/office/drawing/2014/main" id="{2FC5A7D3-53AA-412A-AD2B-CA9A60E49C9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6363" y="6455579"/>
            <a:ext cx="99060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6FCDAAD2-44B1-4BD3-9FD2-FBE20AA96FCE}"/>
              </a:ext>
            </a:extLst>
          </p:cNvPr>
          <p:cNvCxnSpPr/>
          <p:nvPr userDrawn="1"/>
        </p:nvCxnSpPr>
        <p:spPr>
          <a:xfrm>
            <a:off x="252413" y="701675"/>
            <a:ext cx="8639175" cy="0"/>
          </a:xfrm>
          <a:prstGeom prst="line">
            <a:avLst/>
          </a:prstGeom>
          <a:ln w="38100">
            <a:solidFill>
              <a:srgbClr val="EB1E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プレースホルダ 18"/>
          <p:cNvSpPr>
            <a:spLocks noGrp="1"/>
          </p:cNvSpPr>
          <p:nvPr>
            <p:ph type="body" sz="quarter" idx="13"/>
          </p:nvPr>
        </p:nvSpPr>
        <p:spPr>
          <a:xfrm>
            <a:off x="261858" y="278511"/>
            <a:ext cx="5328270" cy="431950"/>
          </a:xfrm>
        </p:spPr>
        <p:txBody>
          <a:bodyPr>
            <a:normAutofit/>
          </a:bodyPr>
          <a:lstStyle>
            <a:lvl1pPr>
              <a:buNone/>
              <a:defRPr sz="1800"/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7" name="スライド番号プレースホルダ 5">
            <a:extLst>
              <a:ext uri="{FF2B5EF4-FFF2-40B4-BE49-F238E27FC236}">
                <a16:creationId xmlns:a16="http://schemas.microsoft.com/office/drawing/2014/main" id="{24BD6412-40F3-4038-BAAD-99ABD59A8B9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7842141" y="115888"/>
            <a:ext cx="1171733" cy="365125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0102AE33-5B0B-4DE1-8D28-61B16EE37D77}" type="slidenum">
              <a:rPr lang="ja-JP" altLang="en-US" smtClean="0"/>
              <a:pPr>
                <a:defRPr/>
              </a:pPr>
              <a:t>‹#›</a:t>
            </a:fld>
            <a:endParaRPr lang="ja-JP" altLang="en-US" sz="1200" dirty="0"/>
          </a:p>
        </p:txBody>
      </p:sp>
      <p:sp>
        <p:nvSpPr>
          <p:cNvPr id="5" name="フッター プレースホルダー 7">
            <a:extLst>
              <a:ext uri="{FF2B5EF4-FFF2-40B4-BE49-F238E27FC236}">
                <a16:creationId xmlns:a16="http://schemas.microsoft.com/office/drawing/2014/main" id="{1C1A6938-BCC6-22E8-0A4B-B802F061EDF5}"/>
              </a:ext>
            </a:extLst>
          </p:cNvPr>
          <p:cNvSpPr txBox="1">
            <a:spLocks/>
          </p:cNvSpPr>
          <p:nvPr userDrawn="1"/>
        </p:nvSpPr>
        <p:spPr>
          <a:xfrm>
            <a:off x="1109137" y="6491289"/>
            <a:ext cx="4902200" cy="358775"/>
          </a:xfrm>
          <a:prstGeom prst="rect">
            <a:avLst/>
          </a:prstGeom>
        </p:spPr>
        <p:txBody>
          <a:bodyPr anchor="ctr"/>
          <a:lstStyle>
            <a:defPPr>
              <a:defRPr lang="ja-JP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600" kern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600" kern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600" kern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600" kern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+mn-cs"/>
              </a:defRPr>
            </a:lvl5pPr>
            <a:lvl6pPr marL="22860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+mn-cs"/>
              </a:defRPr>
            </a:lvl6pPr>
            <a:lvl7pPr marL="27432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+mn-cs"/>
              </a:defRPr>
            </a:lvl7pPr>
            <a:lvl8pPr marL="32004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+mn-cs"/>
              </a:defRPr>
            </a:lvl8pPr>
            <a:lvl9pPr marL="36576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+mn-cs"/>
              </a:defRPr>
            </a:lvl9pPr>
          </a:lstStyle>
          <a:p>
            <a:pPr algn="ctr">
              <a:defRPr/>
            </a:pPr>
            <a:r>
              <a:rPr lang="ja-JP" altLang="en-US" sz="1100" dirty="0"/>
              <a:t>秘密情報　目的外使用・開示禁止　東京電力エナジーパートナー株式会社</a:t>
            </a:r>
          </a:p>
        </p:txBody>
      </p:sp>
      <p:sp>
        <p:nvSpPr>
          <p:cNvPr id="2" name="フッター プレースホルダー 7">
            <a:extLst>
              <a:ext uri="{FF2B5EF4-FFF2-40B4-BE49-F238E27FC236}">
                <a16:creationId xmlns:a16="http://schemas.microsoft.com/office/drawing/2014/main" id="{ED8754BC-E9E8-F7DA-43F9-A3988D9D0173}"/>
              </a:ext>
            </a:extLst>
          </p:cNvPr>
          <p:cNvSpPr txBox="1">
            <a:spLocks/>
          </p:cNvSpPr>
          <p:nvPr userDrawn="1"/>
        </p:nvSpPr>
        <p:spPr>
          <a:xfrm>
            <a:off x="6095998" y="6507968"/>
            <a:ext cx="1312337" cy="358775"/>
          </a:xfrm>
          <a:prstGeom prst="rect">
            <a:avLst/>
          </a:prstGeom>
        </p:spPr>
        <p:txBody>
          <a:bodyPr anchor="ctr"/>
          <a:lstStyle>
            <a:defPPr>
              <a:defRPr lang="ja-JP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600" kern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600" kern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600" kern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600" kern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+mn-cs"/>
              </a:defRPr>
            </a:lvl5pPr>
            <a:lvl6pPr marL="22860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+mn-cs"/>
              </a:defRPr>
            </a:lvl6pPr>
            <a:lvl7pPr marL="27432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+mn-cs"/>
              </a:defRPr>
            </a:lvl7pPr>
            <a:lvl8pPr marL="32004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+mn-cs"/>
              </a:defRPr>
            </a:lvl8pPr>
            <a:lvl9pPr marL="36576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+mn-cs"/>
              </a:defRPr>
            </a:lvl9pPr>
          </a:lstStyle>
          <a:p>
            <a:pPr algn="ctr">
              <a:defRPr/>
            </a:pPr>
            <a:r>
              <a:rPr lang="en-US" altLang="ja-JP" sz="1100"/>
              <a:t>2026.12.21</a:t>
            </a:r>
            <a:endParaRPr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416391581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B2833083-B22F-4322-9AB0-AE8247E2226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800101"/>
            <a:ext cx="9144000" cy="36513"/>
          </a:xfrm>
          <a:prstGeom prst="rect">
            <a:avLst/>
          </a:prstGeom>
          <a:gradFill rotWithShape="1">
            <a:gsLst>
              <a:gs pos="0">
                <a:srgbClr val="00009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C0C0C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algn="ctr">
              <a:defRPr kumimoji="1" sz="16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1pPr>
            <a:lvl2pPr marL="742950" indent="-285750" algn="ctr">
              <a:defRPr kumimoji="1" sz="16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2pPr>
            <a:lvl3pPr marL="1143000" indent="-228600" algn="ctr">
              <a:defRPr kumimoji="1" sz="16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3pPr>
            <a:lvl4pPr marL="1600200" indent="-228600" algn="ctr">
              <a:defRPr kumimoji="1" sz="16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4pPr>
            <a:lvl5pPr marL="2057400" indent="-228600" algn="ctr">
              <a:defRPr kumimoji="1" sz="16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477"/>
          </a:p>
        </p:txBody>
      </p:sp>
      <p:sp>
        <p:nvSpPr>
          <p:cNvPr id="8" name="Line 16">
            <a:extLst>
              <a:ext uri="{FF2B5EF4-FFF2-40B4-BE49-F238E27FC236}">
                <a16:creationId xmlns:a16="http://schemas.microsoft.com/office/drawing/2014/main" id="{BF669571-EF60-41EC-9850-E1A5FA1D5DA6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6475413"/>
            <a:ext cx="9144000" cy="0"/>
          </a:xfrm>
          <a:prstGeom prst="line">
            <a:avLst/>
          </a:prstGeom>
          <a:noFill/>
          <a:ln w="25400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ja-JP" altLang="en-US" sz="831"/>
          </a:p>
        </p:txBody>
      </p:sp>
      <p:sp>
        <p:nvSpPr>
          <p:cNvPr id="9" name="フッター プレースホルダー 7">
            <a:extLst>
              <a:ext uri="{FF2B5EF4-FFF2-40B4-BE49-F238E27FC236}">
                <a16:creationId xmlns:a16="http://schemas.microsoft.com/office/drawing/2014/main" id="{E36BE323-CA30-4EA0-B4D6-BDC9A5F47E76}"/>
              </a:ext>
            </a:extLst>
          </p:cNvPr>
          <p:cNvSpPr txBox="1">
            <a:spLocks/>
          </p:cNvSpPr>
          <p:nvPr userDrawn="1"/>
        </p:nvSpPr>
        <p:spPr>
          <a:xfrm>
            <a:off x="3906716" y="6491289"/>
            <a:ext cx="4586654" cy="358775"/>
          </a:xfrm>
          <a:prstGeom prst="rect">
            <a:avLst/>
          </a:prstGeom>
        </p:spPr>
        <p:txBody>
          <a:bodyPr anchor="ctr"/>
          <a:lstStyle>
            <a:defPPr>
              <a:defRPr lang="ja-JP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600" kern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600" kern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600" kern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600" kern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+mn-cs"/>
              </a:defRPr>
            </a:lvl5pPr>
            <a:lvl6pPr marL="22860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+mn-cs"/>
              </a:defRPr>
            </a:lvl6pPr>
            <a:lvl7pPr marL="27432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+mn-cs"/>
              </a:defRPr>
            </a:lvl7pPr>
            <a:lvl8pPr marL="32004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+mn-cs"/>
              </a:defRPr>
            </a:lvl8pPr>
            <a:lvl9pPr marL="36576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+mn-cs"/>
              </a:defRPr>
            </a:lvl9pPr>
          </a:lstStyle>
          <a:p>
            <a:pPr>
              <a:defRPr/>
            </a:pPr>
            <a:r>
              <a:rPr lang="ja-JP" altLang="en-US" sz="1108" dirty="0"/>
              <a:t>秘密情報　目的外使用・開示禁止　東京電力エナジーパートナー株式会社</a:t>
            </a:r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C67DA02B-04FB-5614-47E4-F1C7DF1FFE7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5902043" y="24936"/>
          <a:ext cx="3221149" cy="2576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1149">
                  <a:extLst>
                    <a:ext uri="{9D8B030D-6E8A-4147-A177-3AD203B41FA5}">
                      <a16:colId xmlns:a16="http://schemas.microsoft.com/office/drawing/2014/main" val="2566922995"/>
                    </a:ext>
                  </a:extLst>
                </a:gridCol>
                <a:gridCol w="2340000">
                  <a:extLst>
                    <a:ext uri="{9D8B030D-6E8A-4147-A177-3AD203B41FA5}">
                      <a16:colId xmlns:a16="http://schemas.microsoft.com/office/drawing/2014/main" val="2587980250"/>
                    </a:ext>
                  </a:extLst>
                </a:gridCol>
              </a:tblGrid>
              <a:tr h="257696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0" dirty="0"/>
                        <a:t>システム名</a:t>
                      </a:r>
                      <a:endParaRPr kumimoji="1" lang="ja-JP" altLang="en-US" sz="1200" b="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/>
                        <a:t>CN</a:t>
                      </a:r>
                      <a:r>
                        <a:rPr kumimoji="1" lang="ja-JP" altLang="en-US" sz="1200" b="0" dirty="0"/>
                        <a:t>レポート作成アプリ「</a:t>
                      </a:r>
                      <a:r>
                        <a:rPr kumimoji="1" lang="en-US" altLang="ja-JP" sz="1200" b="0" dirty="0" err="1"/>
                        <a:t>LecMoc</a:t>
                      </a:r>
                      <a:r>
                        <a:rPr kumimoji="1" lang="ja-JP" altLang="en-US" sz="1200" b="0" dirty="0"/>
                        <a:t>」</a:t>
                      </a:r>
                      <a:endParaRPr kumimoji="1" lang="ja-JP" altLang="en-US" sz="1200" b="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94593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3338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.bin"/><Relationship Id="rId5" Type="http://schemas.openxmlformats.org/officeDocument/2006/relationships/tags" Target="../tags/tag2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オブジェクト 11" hidden="1">
            <a:extLst>
              <a:ext uri="{FF2B5EF4-FFF2-40B4-BE49-F238E27FC236}">
                <a16:creationId xmlns:a16="http://schemas.microsoft.com/office/drawing/2014/main" id="{F0D12164-2493-4112-B273-1FD2BEEA17C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9311198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6" imgW="444" imgH="443" progId="TCLayout.ActiveDocument.1">
                  <p:embed/>
                </p:oleObj>
              </mc:Choice>
              <mc:Fallback>
                <p:oleObj name="think-cell スライド" r:id="rId6" imgW="444" imgH="443" progId="TCLayout.ActiveDocument.1">
                  <p:embed/>
                  <p:pic>
                    <p:nvPicPr>
                      <p:cNvPr id="12" name="オブジェクト 11" hidden="1">
                        <a:extLst>
                          <a:ext uri="{FF2B5EF4-FFF2-40B4-BE49-F238E27FC236}">
                            <a16:creationId xmlns:a16="http://schemas.microsoft.com/office/drawing/2014/main" id="{F0D12164-2493-4112-B273-1FD2BEEA17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Meiryo UI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Meiryo UI" panose="020B0604030504040204" pitchFamily="50" charset="-128"/>
              </a:defRPr>
            </a:lvl1pPr>
          </a:lstStyle>
          <a:p>
            <a:endParaRPr lang="en-US" altLang="ja-JP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Meiryo UI" panose="020B0604030504040204" pitchFamily="50" charset="-128"/>
              </a:defRPr>
            </a:lvl1pPr>
          </a:lstStyle>
          <a:p>
            <a:fld id="{294A7836-73F5-4F5D-AE46-EAFE531C0DEA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709368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2" r:id="rId1"/>
    <p:sldLayoutId id="2147483991" r:id="rId2"/>
    <p:sldLayoutId id="2147483993" r:id="rId3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j-cs"/>
          <a:sym typeface="Meiryo UI" panose="020B0604030504040204" pitchFamily="50" charset="-128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  <a:sym typeface="Meiryo UI" panose="020B0604030504040204" pitchFamily="50" charset="-128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  <a:sym typeface="Meiryo UI" panose="020B0604030504040204" pitchFamily="50" charset="-128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  <a:sym typeface="Meiryo UI" panose="020B0604030504040204" pitchFamily="50" charset="-128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  <a:sym typeface="Meiryo UI" panose="020B0604030504040204" pitchFamily="50" charset="-128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  <a:sym typeface="Meiryo UI" panose="020B0604030504040204" pitchFamily="50" charset="-128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36325-9FE4-1E2E-7C03-3EC24EEEA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8" name="テキスト プレースホルダー 57347">
            <a:extLst>
              <a:ext uri="{FF2B5EF4-FFF2-40B4-BE49-F238E27FC236}">
                <a16:creationId xmlns:a16="http://schemas.microsoft.com/office/drawing/2014/main" id="{BDCF4C9F-3835-A857-B111-1F2E48CDCE53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0" y="14288"/>
            <a:ext cx="5895975" cy="779462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ja-JP" altLang="en-US" sz="2400" b="1" dirty="0">
                <a:solidFill>
                  <a:srgbClr val="002060"/>
                </a:solidFill>
              </a:rPr>
              <a:t>単体テスト・静的テスト計画書</a:t>
            </a:r>
            <a:endParaRPr lang="en-US" altLang="ja-JP" sz="2400" b="1" dirty="0">
              <a:solidFill>
                <a:srgbClr val="00206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3F51EE8-6700-588D-CC47-73B5E7192D07}"/>
              </a:ext>
            </a:extLst>
          </p:cNvPr>
          <p:cNvSpPr txBox="1"/>
          <p:nvPr/>
        </p:nvSpPr>
        <p:spPr>
          <a:xfrm>
            <a:off x="332508" y="832299"/>
            <a:ext cx="8723101" cy="2111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静的テスト計画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単体テスト計画</a:t>
            </a:r>
          </a:p>
          <a:p>
            <a:pPr marL="800100" lvl="1" indent="-342900">
              <a:lnSpc>
                <a:spcPct val="150000"/>
              </a:lnSpc>
              <a:buFont typeface="+mj-ea"/>
              <a:buAutoNum type="circleNumDbPlain"/>
            </a:pP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単体テスト計画　ホワイトボックステスト</a:t>
            </a:r>
          </a:p>
          <a:p>
            <a:pPr marL="800100" lvl="1" indent="-342900">
              <a:lnSpc>
                <a:spcPct val="150000"/>
              </a:lnSpc>
              <a:buFont typeface="+mj-ea"/>
              <a:buAutoNum type="circleNumDbPlain"/>
            </a:pP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単体テスト計画　自動テスト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単体テスト・静的解析　環境</a:t>
            </a:r>
            <a:endParaRPr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37375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D594B035-426A-FD08-C781-1A18BF6EA1A5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0" y="277813"/>
            <a:ext cx="5327650" cy="433387"/>
          </a:xfrm>
        </p:spPr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１．静的テスト計画（１）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3AEFE5A-DDB2-5233-F291-B0EDC925CEF1}"/>
              </a:ext>
            </a:extLst>
          </p:cNvPr>
          <p:cNvSpPr txBox="1"/>
          <p:nvPr/>
        </p:nvSpPr>
        <p:spPr>
          <a:xfrm>
            <a:off x="270185" y="887829"/>
            <a:ext cx="8624447" cy="3970318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lvl="0">
              <a:defRPr/>
            </a:pPr>
            <a:endParaRPr lang="ja-JP" altLang="en-US" sz="1400" dirty="0"/>
          </a:p>
          <a:p>
            <a:pPr fontAlgn="ctr"/>
            <a:r>
              <a:rPr lang="ja-JP" altLang="en-US" sz="1400" b="1" dirty="0"/>
              <a:t>観点：</a:t>
            </a:r>
            <a:r>
              <a:rPr lang="ja-JP" altLang="en-US" sz="1400" b="1" i="0" u="none" strike="noStrike" dirty="0">
                <a:solidFill>
                  <a:srgbClr val="000000"/>
                </a:solidFill>
                <a:effectLst/>
                <a:latin typeface="+mn-lt"/>
                <a:ea typeface="Meiryo UI" panose="020B0604030504040204" pitchFamily="50" charset="-128"/>
              </a:rPr>
              <a:t>コーディング規約に則ったソースコードとなっていることを確認する</a:t>
            </a:r>
          </a:p>
          <a:p>
            <a:pPr marL="285750" indent="-285750" fontAlgn="ctr">
              <a:buFont typeface="Wingdings" panose="05000000000000000000" pitchFamily="2" charset="2"/>
              <a:buChar char="ü"/>
            </a:pPr>
            <a:r>
              <a:rPr lang="ja-JP" altLang="en-US" sz="1400" u="sng" dirty="0">
                <a:solidFill>
                  <a:schemeClr val="tx1"/>
                </a:solidFill>
                <a:ea typeface="Meiryo UI" panose="020B0604030504040204" pitchFamily="50" charset="-128"/>
              </a:rPr>
              <a:t>違反コード、バグ候補、コーディング規約違反、</a:t>
            </a:r>
            <a:r>
              <a:rPr lang="en-US" altLang="ja-JP" sz="1400" u="sng" dirty="0">
                <a:solidFill>
                  <a:schemeClr val="tx1"/>
                </a:solidFill>
                <a:ea typeface="Meiryo UI" panose="020B0604030504040204" pitchFamily="50" charset="-128"/>
              </a:rPr>
              <a:t>SQL</a:t>
            </a:r>
            <a:r>
              <a:rPr lang="ja-JP" altLang="en-US" sz="1400" u="sng" dirty="0">
                <a:solidFill>
                  <a:schemeClr val="tx1"/>
                </a:solidFill>
                <a:ea typeface="Meiryo UI" panose="020B0604030504040204" pitchFamily="50" charset="-128"/>
              </a:rPr>
              <a:t>インジェクション等の脆弱性候補などを検出</a:t>
            </a:r>
            <a:endParaRPr lang="ja-JP" altLang="en-US" sz="1400" dirty="0">
              <a:solidFill>
                <a:schemeClr val="tx1"/>
              </a:solidFill>
              <a:ea typeface="Meiryo UI" panose="020B0604030504040204" pitchFamily="50" charset="-128"/>
            </a:endParaRPr>
          </a:p>
          <a:p>
            <a:pPr fontAlgn="ctr"/>
            <a:r>
              <a:rPr lang="en-US" altLang="ja-JP" sz="1400" dirty="0">
                <a:solidFill>
                  <a:srgbClr val="000000"/>
                </a:solidFill>
                <a:ea typeface="Meiryo UI" panose="020B0604030504040204" pitchFamily="50" charset="-128"/>
              </a:rPr>
              <a:t>-------</a:t>
            </a:r>
            <a:endParaRPr lang="en-US" altLang="ja-JP" sz="1400" b="1" dirty="0">
              <a:solidFill>
                <a:srgbClr val="000000"/>
              </a:solidFill>
              <a:ea typeface="Meiryo UI" panose="020B0604030504040204" pitchFamily="50" charset="-128"/>
            </a:endParaRPr>
          </a:p>
          <a:p>
            <a:pPr fontAlgn="ctr"/>
            <a:r>
              <a:rPr lang="ja-JP" altLang="en-US" sz="1400" b="1" dirty="0">
                <a:solidFill>
                  <a:schemeClr val="accent2"/>
                </a:solidFill>
                <a:ea typeface="Meiryo UI" panose="020B0604030504040204" pitchFamily="50" charset="-128"/>
              </a:rPr>
              <a:t>実施対象：</a:t>
            </a:r>
            <a:endParaRPr lang="en-US" altLang="ja-JP" sz="1400" b="1" dirty="0">
              <a:solidFill>
                <a:schemeClr val="accent2"/>
              </a:solidFill>
              <a:ea typeface="Meiryo UI" panose="020B0604030504040204" pitchFamily="50" charset="-128"/>
            </a:endParaRPr>
          </a:p>
          <a:p>
            <a:pPr marL="285750" indent="-285750" fontAlgn="ctr">
              <a:buFont typeface="Wingdings" panose="05000000000000000000" pitchFamily="2" charset="2"/>
              <a:buChar char="ü"/>
            </a:pPr>
            <a:r>
              <a:rPr lang="en-US" altLang="ja-JP" sz="1400" dirty="0">
                <a:solidFill>
                  <a:srgbClr val="000000"/>
                </a:solidFill>
                <a:ea typeface="Meiryo UI" panose="020B0604030504040204" pitchFamily="50" charset="-128"/>
              </a:rPr>
              <a:t>Step4</a:t>
            </a:r>
            <a:r>
              <a:rPr lang="ja-JP" altLang="en-US" sz="1400" dirty="0">
                <a:solidFill>
                  <a:srgbClr val="000000"/>
                </a:solidFill>
                <a:ea typeface="Meiryo UI" panose="020B0604030504040204" pitchFamily="50" charset="-128"/>
              </a:rPr>
              <a:t>で新規作成または変更したソースコード</a:t>
            </a:r>
            <a:endParaRPr lang="en-US" altLang="ja-JP" sz="1400" dirty="0">
              <a:solidFill>
                <a:srgbClr val="000000"/>
              </a:solidFill>
              <a:ea typeface="Meiryo UI" panose="020B0604030504040204" pitchFamily="50" charset="-128"/>
            </a:endParaRPr>
          </a:p>
          <a:p>
            <a:pPr fontAlgn="ctr"/>
            <a:r>
              <a:rPr lang="ja-JP" altLang="en-US" sz="1400" dirty="0">
                <a:solidFill>
                  <a:srgbClr val="000000"/>
                </a:solidFill>
                <a:ea typeface="Meiryo UI" panose="020B0604030504040204" pitchFamily="50" charset="-128"/>
              </a:rPr>
              <a:t>　　　</a:t>
            </a:r>
            <a:r>
              <a:rPr lang="en-US" altLang="ja-JP" sz="1400" dirty="0" err="1">
                <a:solidFill>
                  <a:srgbClr val="000000"/>
                </a:solidFill>
                <a:ea typeface="Meiryo UI" panose="020B0604030504040204" pitchFamily="50" charset="-128"/>
              </a:rPr>
              <a:t>ESLint</a:t>
            </a:r>
            <a:r>
              <a:rPr lang="ja-JP" altLang="en-US" sz="1400" dirty="0">
                <a:solidFill>
                  <a:srgbClr val="000000"/>
                </a:solidFill>
                <a:ea typeface="Meiryo UI" panose="020B0604030504040204" pitchFamily="50" charset="-128"/>
              </a:rPr>
              <a:t>：</a:t>
            </a:r>
            <a:r>
              <a:rPr lang="en-US" altLang="ja-JP" sz="1400" dirty="0">
                <a:solidFill>
                  <a:srgbClr val="000000"/>
                </a:solidFill>
                <a:ea typeface="Meiryo UI" panose="020B0604030504040204" pitchFamily="50" charset="-128"/>
              </a:rPr>
              <a:t>React/TypeScript</a:t>
            </a:r>
          </a:p>
          <a:p>
            <a:pPr fontAlgn="ctr"/>
            <a:r>
              <a:rPr lang="ja-JP" altLang="en-US" sz="1400" dirty="0">
                <a:solidFill>
                  <a:srgbClr val="000000"/>
                </a:solidFill>
                <a:ea typeface="Meiryo UI" panose="020B0604030504040204" pitchFamily="50" charset="-128"/>
              </a:rPr>
              <a:t>　　　</a:t>
            </a:r>
            <a:r>
              <a:rPr lang="en-US" altLang="ja-JP" sz="1400" dirty="0">
                <a:solidFill>
                  <a:srgbClr val="000000"/>
                </a:solidFill>
                <a:ea typeface="Meiryo UI" panose="020B0604030504040204" pitchFamily="50" charset="-128"/>
              </a:rPr>
              <a:t>Flake8</a:t>
            </a:r>
            <a:r>
              <a:rPr lang="ja-JP" altLang="en-US" sz="1400" dirty="0">
                <a:solidFill>
                  <a:srgbClr val="000000"/>
                </a:solidFill>
                <a:ea typeface="Meiryo UI" panose="020B0604030504040204" pitchFamily="50" charset="-128"/>
              </a:rPr>
              <a:t>：</a:t>
            </a:r>
            <a:r>
              <a:rPr lang="en-US" altLang="ja-JP" sz="1400" dirty="0">
                <a:solidFill>
                  <a:srgbClr val="000000"/>
                </a:solidFill>
                <a:ea typeface="Meiryo UI" panose="020B0604030504040204" pitchFamily="50" charset="-128"/>
              </a:rPr>
              <a:t>Python</a:t>
            </a:r>
          </a:p>
          <a:p>
            <a:pPr fontAlgn="ctr"/>
            <a:endParaRPr lang="en-US" altLang="ja-JP" sz="1400" b="1" dirty="0">
              <a:solidFill>
                <a:srgbClr val="000000"/>
              </a:solidFill>
              <a:ea typeface="Meiryo UI" panose="020B0604030504040204" pitchFamily="50" charset="-128"/>
            </a:endParaRPr>
          </a:p>
          <a:p>
            <a:pPr fontAlgn="ctr"/>
            <a:r>
              <a:rPr lang="ja-JP" altLang="en-US" sz="1400" b="1" dirty="0">
                <a:solidFill>
                  <a:schemeClr val="accent2"/>
                </a:solidFill>
                <a:ea typeface="Meiryo UI" panose="020B0604030504040204" pitchFamily="50" charset="-128"/>
              </a:rPr>
              <a:t>実行タイミング：</a:t>
            </a:r>
            <a:endParaRPr lang="en-US" altLang="ja-JP" sz="1400" b="1" dirty="0">
              <a:solidFill>
                <a:schemeClr val="accent2"/>
              </a:solidFill>
              <a:ea typeface="Meiryo UI" panose="020B0604030504040204" pitchFamily="50" charset="-128"/>
            </a:endParaRPr>
          </a:p>
          <a:p>
            <a:pPr marL="285750" indent="-285750" fontAlgn="ctr">
              <a:buFont typeface="Wingdings" panose="05000000000000000000" pitchFamily="2" charset="2"/>
              <a:buChar char="ü"/>
            </a:pPr>
            <a:r>
              <a:rPr lang="ja-JP" altLang="en-US" sz="1400" dirty="0"/>
              <a:t>ソースレビュー前に実施する　　</a:t>
            </a:r>
            <a:r>
              <a:rPr lang="en-US" altLang="ja-JP" sz="1400" dirty="0"/>
              <a:t>※</a:t>
            </a:r>
            <a:r>
              <a:rPr lang="ja-JP" altLang="en-US" sz="1400" dirty="0"/>
              <a:t>ソースレビューは、</a:t>
            </a:r>
            <a:r>
              <a:rPr lang="en-US" altLang="ja-JP" sz="1400" dirty="0"/>
              <a:t>『</a:t>
            </a:r>
            <a:r>
              <a:rPr lang="ja-JP" altLang="en-US" sz="1400" dirty="0"/>
              <a:t>コーディング規約</a:t>
            </a:r>
            <a:r>
              <a:rPr lang="en-US" altLang="ja-JP" sz="1400" dirty="0"/>
              <a:t>』</a:t>
            </a:r>
            <a:r>
              <a:rPr lang="ja-JP" altLang="en-US" sz="1400" dirty="0"/>
              <a:t>に則って実施を行う</a:t>
            </a:r>
            <a:endParaRPr lang="en-US" altLang="ja-JP" sz="1400" dirty="0">
              <a:solidFill>
                <a:srgbClr val="000000"/>
              </a:solidFill>
              <a:ea typeface="Meiryo UI" panose="020B0604030504040204" pitchFamily="50" charset="-128"/>
            </a:endParaRPr>
          </a:p>
          <a:p>
            <a:pPr marL="285750" indent="-285750" fontAlgn="ctr">
              <a:buFont typeface="Wingdings" panose="05000000000000000000" pitchFamily="2" charset="2"/>
              <a:buChar char="ü"/>
            </a:pPr>
            <a:r>
              <a:rPr lang="ja-JP" altLang="en-US" sz="1400" dirty="0">
                <a:solidFill>
                  <a:srgbClr val="000000"/>
                </a:solidFill>
                <a:ea typeface="Meiryo UI" panose="020B0604030504040204" pitchFamily="50" charset="-128"/>
              </a:rPr>
              <a:t>ソースコード単位のテスト。</a:t>
            </a:r>
            <a:r>
              <a:rPr lang="en-US" altLang="ja-JP" sz="1400" dirty="0" err="1">
                <a:solidFill>
                  <a:srgbClr val="000000"/>
                </a:solidFill>
                <a:ea typeface="Meiryo UI" panose="020B0604030504040204" pitchFamily="50" charset="-128"/>
              </a:rPr>
              <a:t>Gitea</a:t>
            </a:r>
            <a:r>
              <a:rPr lang="ja-JP" altLang="en-US" sz="1400" dirty="0">
                <a:solidFill>
                  <a:srgbClr val="000000"/>
                </a:solidFill>
                <a:ea typeface="Meiryo UI" panose="020B0604030504040204" pitchFamily="50" charset="-128"/>
              </a:rPr>
              <a:t>の</a:t>
            </a:r>
            <a:r>
              <a:rPr lang="en-US" altLang="ja-JP" sz="1400" dirty="0" err="1">
                <a:solidFill>
                  <a:srgbClr val="000000"/>
                </a:solidFill>
                <a:ea typeface="Meiryo UI" panose="020B0604030504040204" pitchFamily="50" charset="-128"/>
              </a:rPr>
              <a:t>pullRequest</a:t>
            </a:r>
            <a:r>
              <a:rPr lang="ja-JP" altLang="en-US" sz="1400" dirty="0">
                <a:solidFill>
                  <a:srgbClr val="000000"/>
                </a:solidFill>
                <a:ea typeface="Meiryo UI" panose="020B0604030504040204" pitchFamily="50" charset="-128"/>
              </a:rPr>
              <a:t>時都度実行</a:t>
            </a:r>
          </a:p>
          <a:p>
            <a:pPr lvl="0">
              <a:defRPr/>
            </a:pPr>
            <a:endParaRPr lang="en-US" sz="1400" dirty="0"/>
          </a:p>
          <a:p>
            <a:pPr lvl="0">
              <a:defRPr/>
            </a:pPr>
            <a:r>
              <a:rPr lang="ja-JP" altLang="en-US" sz="1400" b="1" dirty="0">
                <a:solidFill>
                  <a:schemeClr val="accent2"/>
                </a:solidFill>
              </a:rPr>
              <a:t>成果物：</a:t>
            </a:r>
            <a:endParaRPr lang="en-US" altLang="ja-JP" sz="1400" b="1" dirty="0">
              <a:solidFill>
                <a:schemeClr val="accent2"/>
              </a:solidFill>
            </a:endParaRPr>
          </a:p>
          <a:p>
            <a:pPr marL="285750" lvl="0" indent="-285750">
              <a:buFont typeface="Wingdings" panose="05000000000000000000" pitchFamily="2" charset="2"/>
              <a:buChar char="ü"/>
              <a:defRPr/>
            </a:pPr>
            <a:r>
              <a:rPr lang="ja-JP" altLang="en-US" sz="1400" dirty="0"/>
              <a:t>実行結果のログ</a:t>
            </a:r>
            <a:endParaRPr lang="en-US" altLang="ja-JP" sz="1400" dirty="0"/>
          </a:p>
          <a:p>
            <a:pPr lvl="0">
              <a:defRPr/>
            </a:pPr>
            <a:endParaRPr lang="en-US" sz="1400" dirty="0"/>
          </a:p>
          <a:p>
            <a:pPr>
              <a:defRPr/>
            </a:pPr>
            <a:r>
              <a:rPr lang="ja-JP" altLang="en-US" sz="1400" b="1" dirty="0">
                <a:solidFill>
                  <a:schemeClr val="accent2"/>
                </a:solidFill>
              </a:rPr>
              <a:t>完了基準：</a:t>
            </a:r>
            <a:endParaRPr lang="en-US" altLang="ja-JP" sz="1400" b="1" dirty="0">
              <a:solidFill>
                <a:schemeClr val="accent2"/>
              </a:solidFill>
            </a:endParaRPr>
          </a:p>
          <a:p>
            <a:pPr marL="285750" indent="-285750" defTabSz="685800" fontAlgn="ctr">
              <a:buFont typeface="Wingdings" panose="05000000000000000000" pitchFamily="2" charset="2"/>
              <a:buChar char="ü"/>
              <a:defRPr/>
            </a:pPr>
            <a:r>
              <a:rPr lang="ja-JP" altLang="en-US" sz="1400" b="0" i="0" u="none" strike="noStrike" dirty="0">
                <a:solidFill>
                  <a:srgbClr val="000000"/>
                </a:solidFill>
                <a:effectLst/>
                <a:latin typeface="+mn-lt"/>
                <a:ea typeface="Meiryo UI" panose="020B0604030504040204" pitchFamily="50" charset="-128"/>
              </a:rPr>
              <a:t>指摘対応残</a:t>
            </a:r>
            <a:r>
              <a:rPr lang="en-US" altLang="ja-JP" sz="1400" b="0" i="0" u="none" strike="noStrike" dirty="0">
                <a:solidFill>
                  <a:srgbClr val="000000"/>
                </a:solidFill>
                <a:effectLst/>
                <a:latin typeface="+mn-lt"/>
                <a:ea typeface="Meiryo UI" panose="020B0604030504040204" pitchFamily="50" charset="-128"/>
              </a:rPr>
              <a:t>=0</a:t>
            </a:r>
            <a:r>
              <a:rPr lang="ja-JP" altLang="en-US" sz="1400" b="0" i="0" u="none" strike="noStrike" dirty="0">
                <a:solidFill>
                  <a:srgbClr val="000000"/>
                </a:solidFill>
                <a:effectLst/>
                <a:latin typeface="+mn-lt"/>
                <a:ea typeface="Meiryo UI" panose="020B0604030504040204" pitchFamily="50" charset="-128"/>
              </a:rPr>
              <a:t>件、修正できない箇所は</a:t>
            </a:r>
            <a:r>
              <a:rPr lang="en-US" altLang="ja-JP" sz="1400" b="0" i="0" u="none" strike="noStrike" dirty="0">
                <a:solidFill>
                  <a:srgbClr val="000000"/>
                </a:solidFill>
                <a:effectLst/>
                <a:latin typeface="+mn-lt"/>
                <a:ea typeface="Meiryo UI" panose="020B0604030504040204" pitchFamily="50" charset="-128"/>
              </a:rPr>
              <a:t>TEPSYS</a:t>
            </a:r>
            <a:r>
              <a:rPr lang="ja-JP" altLang="en-US" sz="1400" b="0" i="0" u="none" strike="noStrike" dirty="0">
                <a:solidFill>
                  <a:srgbClr val="000000"/>
                </a:solidFill>
                <a:effectLst/>
                <a:latin typeface="+mn-lt"/>
                <a:ea typeface="Meiryo UI" panose="020B0604030504040204" pitchFamily="50" charset="-128"/>
              </a:rPr>
              <a:t>内協議の上許容とする　</a:t>
            </a:r>
            <a:r>
              <a:rPr lang="en-US" altLang="ja-JP" sz="1400" dirty="0">
                <a:solidFill>
                  <a:srgbClr val="000000"/>
                </a:solidFill>
                <a:ea typeface="Meiryo UI" panose="020B0604030504040204" pitchFamily="50" charset="-128"/>
              </a:rPr>
              <a:t> ※</a:t>
            </a:r>
            <a:r>
              <a:rPr lang="en-US" altLang="ja-JP" sz="1400" dirty="0"/>
              <a:t>『</a:t>
            </a:r>
            <a:r>
              <a:rPr lang="ja-JP" altLang="en-US" sz="1400" dirty="0"/>
              <a:t>テスト方針書</a:t>
            </a:r>
            <a:r>
              <a:rPr lang="en-US" altLang="ja-JP" sz="1400" dirty="0"/>
              <a:t>』</a:t>
            </a:r>
            <a:r>
              <a:rPr lang="ja-JP" altLang="en-US" sz="1400" dirty="0"/>
              <a:t>参照</a:t>
            </a:r>
            <a:endParaRPr lang="en-US" altLang="ja-JP" sz="1400" dirty="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DEC838D2-F925-44C4-A156-2E5E25F333F6}"/>
              </a:ext>
            </a:extLst>
          </p:cNvPr>
          <p:cNvSpPr/>
          <p:nvPr/>
        </p:nvSpPr>
        <p:spPr>
          <a:xfrm>
            <a:off x="266021" y="887828"/>
            <a:ext cx="2460567" cy="229449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</a:ln>
          <a:effectLst/>
        </p:spPr>
        <p:txBody>
          <a:bodyPr rot="0" spcFirstLastPara="0" vertOverflow="overflow" horzOverflow="overflow" vert="horz" wrap="square" lIns="72000" tIns="108000" rIns="72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>
              <a:defRPr/>
            </a:pPr>
            <a:r>
              <a:rPr lang="ja-JP" altLang="en-US" sz="1400" b="1" dirty="0">
                <a:solidFill>
                  <a:schemeClr val="bg1"/>
                </a:solidFill>
              </a:rPr>
              <a:t>静的解析</a:t>
            </a:r>
            <a:endParaRPr lang="en-US" altLang="ja-JP" sz="1400" b="1" dirty="0">
              <a:solidFill>
                <a:schemeClr val="bg1"/>
              </a:solidFill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DCAECB8-2BBE-F805-1B0F-452E721EC784}"/>
              </a:ext>
            </a:extLst>
          </p:cNvPr>
          <p:cNvSpPr txBox="1"/>
          <p:nvPr/>
        </p:nvSpPr>
        <p:spPr>
          <a:xfrm>
            <a:off x="272265" y="5005003"/>
            <a:ext cx="8624447" cy="738664"/>
          </a:xfrm>
          <a:prstGeom prst="rect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lvl="0">
              <a:defRPr/>
            </a:pPr>
            <a:endParaRPr lang="en-US" altLang="ja-JP" sz="1400" dirty="0"/>
          </a:p>
          <a:p>
            <a:pPr marL="285750" lvl="0" indent="-285750">
              <a:buFont typeface="Wingdings" panose="05000000000000000000" pitchFamily="2" charset="2"/>
              <a:buChar char="ü"/>
              <a:defRPr/>
            </a:pPr>
            <a:r>
              <a:rPr lang="en-US" altLang="ja-JP" sz="1400" dirty="0"/>
              <a:t>STEP3</a:t>
            </a:r>
            <a:r>
              <a:rPr lang="ja-JP" altLang="en-US" sz="1400" dirty="0"/>
              <a:t>のソースコードについては、検出された場合も手は入れない方針とする。</a:t>
            </a:r>
            <a:endParaRPr lang="en-US" altLang="ja-JP" sz="1400" dirty="0"/>
          </a:p>
          <a:p>
            <a:pPr lvl="0">
              <a:defRPr/>
            </a:pPr>
            <a:r>
              <a:rPr lang="ja-JP" altLang="en-US" sz="1400" dirty="0"/>
              <a:t>　　　</a:t>
            </a:r>
            <a:r>
              <a:rPr lang="en-US" altLang="ja-JP" sz="1400" dirty="0"/>
              <a:t>※STEP4</a:t>
            </a:r>
            <a:r>
              <a:rPr lang="ja-JP" altLang="en-US" sz="1400" dirty="0"/>
              <a:t>開発前に一度解析をかけた検出内容を保持し、それ以外についてのみを対象とする</a:t>
            </a:r>
            <a:endParaRPr lang="en-US" altLang="ja-JP" sz="1400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02EC3DF-13D9-4133-EC9D-F0C0F640904C}"/>
              </a:ext>
            </a:extLst>
          </p:cNvPr>
          <p:cNvSpPr/>
          <p:nvPr/>
        </p:nvSpPr>
        <p:spPr>
          <a:xfrm>
            <a:off x="270185" y="4993383"/>
            <a:ext cx="1660465" cy="239671"/>
          </a:xfrm>
          <a:prstGeom prst="rect">
            <a:avLst/>
          </a:prstGeom>
          <a:solidFill>
            <a:srgbClr val="FCDDCF"/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</a:ln>
          <a:effectLst/>
        </p:spPr>
        <p:txBody>
          <a:bodyPr rot="0" spcFirstLastPara="0" vertOverflow="overflow" horzOverflow="overflow" vert="horz" wrap="square" lIns="72000" tIns="108000" rIns="72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制約事項</a:t>
            </a:r>
            <a:endParaRPr kumimoji="1" lang="ja-JP" altLang="en-US" sz="1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13542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5E37E-82E2-95BB-5186-1AF72E912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10A0809-496C-A3B9-4A53-3EEB8A796680}"/>
              </a:ext>
            </a:extLst>
          </p:cNvPr>
          <p:cNvSpPr txBox="1"/>
          <p:nvPr/>
        </p:nvSpPr>
        <p:spPr>
          <a:xfrm>
            <a:off x="278484" y="897431"/>
            <a:ext cx="8624447" cy="4564032"/>
          </a:xfrm>
          <a:prstGeom prst="rect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noAutofit/>
          </a:bodyPr>
          <a:lstStyle/>
          <a:p>
            <a:pPr>
              <a:defRPr/>
            </a:pPr>
            <a:endParaRPr lang="en-US" altLang="ja-JP" sz="1400" dirty="0">
              <a:solidFill>
                <a:schemeClr val="accent2"/>
              </a:solidFill>
            </a:endParaRPr>
          </a:p>
          <a:p>
            <a:pPr lvl="0">
              <a:defRPr/>
            </a:pPr>
            <a:r>
              <a:rPr lang="en-US" altLang="ja-JP" sz="1400" dirty="0">
                <a:solidFill>
                  <a:schemeClr val="accent2"/>
                </a:solidFill>
              </a:rPr>
              <a:t>【</a:t>
            </a:r>
            <a:r>
              <a:rPr lang="ja-JP" altLang="en-US" sz="1400" dirty="0">
                <a:solidFill>
                  <a:schemeClr val="accent2"/>
                </a:solidFill>
              </a:rPr>
              <a:t>フロントエンド</a:t>
            </a:r>
            <a:r>
              <a:rPr lang="en-US" altLang="ja-JP" sz="1400" dirty="0">
                <a:solidFill>
                  <a:schemeClr val="accent2"/>
                </a:solidFill>
              </a:rPr>
              <a:t>】</a:t>
            </a:r>
          </a:p>
          <a:p>
            <a:pPr lvl="0">
              <a:defRPr/>
            </a:pPr>
            <a:r>
              <a:rPr lang="en-US" altLang="ja-JP" sz="1400" dirty="0" err="1">
                <a:solidFill>
                  <a:schemeClr val="tx1"/>
                </a:solidFill>
              </a:rPr>
              <a:t>ESLint</a:t>
            </a:r>
            <a:r>
              <a:rPr lang="ja-JP" altLang="en-US" sz="1400" dirty="0">
                <a:solidFill>
                  <a:schemeClr val="tx1"/>
                </a:solidFill>
              </a:rPr>
              <a:t>に下記ルールを盛り込み、実行する</a:t>
            </a:r>
            <a:endParaRPr lang="en-US" altLang="ja-JP" sz="14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l"/>
              <a:defRPr/>
            </a:pPr>
            <a:r>
              <a:rPr lang="ja-JP" altLang="en-US" sz="1400" dirty="0">
                <a:solidFill>
                  <a:schemeClr val="tx1"/>
                </a:solidFill>
              </a:rPr>
              <a:t>命名規約違反の検出</a:t>
            </a:r>
            <a:endParaRPr lang="en-US" altLang="ja-JP" sz="14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l"/>
              <a:defRPr/>
            </a:pPr>
            <a:r>
              <a:rPr lang="ja-JP" altLang="en-US" sz="1400" dirty="0">
                <a:solidFill>
                  <a:schemeClr val="tx1"/>
                </a:solidFill>
              </a:rPr>
              <a:t>未使用</a:t>
            </a:r>
            <a:r>
              <a:rPr lang="en-US" altLang="ja-JP" sz="1400" dirty="0">
                <a:solidFill>
                  <a:schemeClr val="tx1"/>
                </a:solidFill>
              </a:rPr>
              <a:t>import</a:t>
            </a:r>
            <a:r>
              <a:rPr lang="ja-JP" altLang="en-US" sz="1400" dirty="0">
                <a:solidFill>
                  <a:schemeClr val="tx1"/>
                </a:solidFill>
              </a:rPr>
              <a:t>の検出</a:t>
            </a:r>
            <a:endParaRPr lang="en-US" altLang="ja-JP" sz="14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l"/>
              <a:defRPr/>
            </a:pPr>
            <a:r>
              <a:rPr lang="ja-JP" altLang="en-US" sz="1400" dirty="0">
                <a:solidFill>
                  <a:schemeClr val="tx1"/>
                </a:solidFill>
              </a:rPr>
              <a:t>未使用変数の検出</a:t>
            </a:r>
            <a:endParaRPr lang="en-US" altLang="ja-JP" sz="14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l"/>
              <a:defRPr/>
            </a:pPr>
            <a:r>
              <a:rPr lang="en-US" altLang="ja-JP" sz="1400" dirty="0">
                <a:solidFill>
                  <a:schemeClr val="tx1"/>
                </a:solidFill>
              </a:rPr>
              <a:t>any</a:t>
            </a:r>
            <a:r>
              <a:rPr lang="ja-JP" altLang="en-US" sz="1400" dirty="0">
                <a:solidFill>
                  <a:schemeClr val="tx1"/>
                </a:solidFill>
              </a:rPr>
              <a:t>型利用の検出</a:t>
            </a:r>
            <a:endParaRPr lang="en-US" altLang="ja-JP" sz="14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l"/>
              <a:defRPr/>
            </a:pPr>
            <a:r>
              <a:rPr lang="ja-JP" altLang="en-US" sz="1400" dirty="0">
                <a:solidFill>
                  <a:schemeClr val="tx1"/>
                </a:solidFill>
              </a:rPr>
              <a:t>不要な型アサーションの検出</a:t>
            </a:r>
            <a:endParaRPr lang="en-US" altLang="ja-JP" sz="14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l"/>
              <a:defRPr/>
            </a:pPr>
            <a:r>
              <a:rPr lang="en-US" altLang="ja-JP" sz="1400" dirty="0" err="1">
                <a:solidFill>
                  <a:schemeClr val="tx1"/>
                </a:solidFill>
              </a:rPr>
              <a:t>useEffect</a:t>
            </a:r>
            <a:r>
              <a:rPr lang="ja-JP" altLang="en-US" sz="1400" dirty="0">
                <a:solidFill>
                  <a:schemeClr val="tx1"/>
                </a:solidFill>
              </a:rPr>
              <a:t>依存関係の不備検出</a:t>
            </a:r>
            <a:endParaRPr lang="en-US" altLang="ja-JP" sz="14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l"/>
              <a:defRPr/>
            </a:pPr>
            <a:r>
              <a:rPr lang="ja-JP" altLang="en-US" sz="1400" dirty="0">
                <a:solidFill>
                  <a:schemeClr val="tx1"/>
                </a:solidFill>
              </a:rPr>
              <a:t>三項演算子のネスト検出</a:t>
            </a:r>
            <a:endParaRPr lang="en-US" altLang="ja-JP" sz="14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l"/>
              <a:defRPr/>
            </a:pPr>
            <a:r>
              <a:rPr lang="en-US" altLang="ja-JP" sz="1400" dirty="0">
                <a:solidFill>
                  <a:schemeClr val="tx1"/>
                </a:solidFill>
              </a:rPr>
              <a:t>JSX</a:t>
            </a:r>
            <a:r>
              <a:rPr lang="ja-JP" altLang="en-US" sz="1400" dirty="0">
                <a:solidFill>
                  <a:schemeClr val="tx1"/>
                </a:solidFill>
              </a:rPr>
              <a:t>記述ルール違反の検出</a:t>
            </a:r>
            <a:endParaRPr lang="en-US" altLang="ja-JP" sz="1400" dirty="0">
              <a:solidFill>
                <a:schemeClr val="tx1"/>
              </a:solidFill>
            </a:endParaRPr>
          </a:p>
          <a:p>
            <a:pPr>
              <a:defRPr/>
            </a:pPr>
            <a:endParaRPr lang="en-US" altLang="ja-JP" sz="1400" dirty="0">
              <a:solidFill>
                <a:schemeClr val="accent2"/>
              </a:solidFill>
            </a:endParaRPr>
          </a:p>
          <a:p>
            <a:pPr lvl="0">
              <a:defRPr/>
            </a:pPr>
            <a:r>
              <a:rPr lang="en-US" altLang="ja-JP" sz="1400" dirty="0">
                <a:solidFill>
                  <a:schemeClr val="accent2"/>
                </a:solidFill>
              </a:rPr>
              <a:t>【</a:t>
            </a:r>
            <a:r>
              <a:rPr lang="ja-JP" altLang="en-US" sz="1400" dirty="0">
                <a:solidFill>
                  <a:schemeClr val="accent2"/>
                </a:solidFill>
              </a:rPr>
              <a:t>バックエンド</a:t>
            </a:r>
            <a:r>
              <a:rPr lang="en-US" altLang="ja-JP" sz="1400" dirty="0">
                <a:solidFill>
                  <a:schemeClr val="accent2"/>
                </a:solidFill>
              </a:rPr>
              <a:t>】</a:t>
            </a:r>
          </a:p>
          <a:p>
            <a:pPr>
              <a:defRPr/>
            </a:pPr>
            <a:r>
              <a:rPr lang="en-US" altLang="ja-JP" sz="1400" dirty="0">
                <a:solidFill>
                  <a:schemeClr val="tx1"/>
                </a:solidFill>
              </a:rPr>
              <a:t>Flake8</a:t>
            </a:r>
            <a:r>
              <a:rPr lang="ja-JP" altLang="en-US" sz="1400" dirty="0">
                <a:solidFill>
                  <a:schemeClr val="tx1"/>
                </a:solidFill>
              </a:rPr>
              <a:t>に下記を盛り込み、実行する</a:t>
            </a:r>
            <a:endParaRPr lang="en-US" altLang="ja-JP" sz="1400" dirty="0">
              <a:solidFill>
                <a:schemeClr val="accent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l"/>
              <a:defRPr/>
            </a:pPr>
            <a:r>
              <a:rPr lang="en-US" altLang="ja-JP" sz="1400" dirty="0"/>
              <a:t>PEP8</a:t>
            </a:r>
            <a:r>
              <a:rPr lang="ja-JP" altLang="en-US" sz="1400" dirty="0"/>
              <a:t>コーディング規約準拠</a:t>
            </a:r>
            <a:endParaRPr lang="en-US" altLang="ja-JP" sz="1400" dirty="0"/>
          </a:p>
          <a:p>
            <a:pPr marL="285750" indent="-285750">
              <a:buFont typeface="Wingdings" panose="05000000000000000000" pitchFamily="2" charset="2"/>
              <a:buChar char="l"/>
              <a:defRPr/>
            </a:pPr>
            <a:r>
              <a:rPr lang="ja-JP" altLang="en-US" sz="1400" dirty="0"/>
              <a:t>未使用</a:t>
            </a:r>
            <a:r>
              <a:rPr lang="en-US" altLang="ja-JP" sz="1400" dirty="0"/>
              <a:t>import</a:t>
            </a:r>
            <a:r>
              <a:rPr lang="ja-JP" altLang="en-US" sz="1400" dirty="0"/>
              <a:t>検出</a:t>
            </a:r>
            <a:endParaRPr lang="en-US" altLang="ja-JP" sz="1400" dirty="0"/>
          </a:p>
          <a:p>
            <a:pPr marL="285750" indent="-285750">
              <a:buFont typeface="Wingdings" panose="05000000000000000000" pitchFamily="2" charset="2"/>
              <a:buChar char="l"/>
              <a:defRPr/>
            </a:pPr>
            <a:r>
              <a:rPr lang="ja-JP" altLang="en-US" sz="1400" dirty="0"/>
              <a:t>未使用変数の検出</a:t>
            </a:r>
            <a:endParaRPr lang="en-US" altLang="ja-JP" sz="1400" dirty="0"/>
          </a:p>
          <a:p>
            <a:pPr marL="285750" indent="-285750">
              <a:buFont typeface="Wingdings" panose="05000000000000000000" pitchFamily="2" charset="2"/>
              <a:buChar char="l"/>
              <a:defRPr/>
            </a:pPr>
            <a:r>
              <a:rPr lang="ja-JP" altLang="en-US" sz="1400" dirty="0"/>
              <a:t>行長超過の検出</a:t>
            </a:r>
            <a:endParaRPr lang="en-US" altLang="ja-JP" sz="1400" dirty="0"/>
          </a:p>
          <a:p>
            <a:pPr marL="285750" indent="-285750">
              <a:buFont typeface="Wingdings" panose="05000000000000000000" pitchFamily="2" charset="2"/>
              <a:buChar char="l"/>
              <a:defRPr/>
            </a:pPr>
            <a:r>
              <a:rPr lang="ja-JP" altLang="en-US" sz="1400" dirty="0"/>
              <a:t>構文エラーの検出</a:t>
            </a:r>
            <a:endParaRPr lang="en-US" altLang="ja-JP" sz="1400" dirty="0"/>
          </a:p>
          <a:p>
            <a:pPr marL="285750" indent="-285750">
              <a:buFont typeface="Wingdings" panose="05000000000000000000" pitchFamily="2" charset="2"/>
              <a:buChar char="l"/>
              <a:defRPr/>
            </a:pPr>
            <a:r>
              <a:rPr lang="ja-JP" altLang="en-US" sz="1400" dirty="0"/>
              <a:t>不要な空白・改行の検出</a:t>
            </a:r>
            <a:endParaRPr lang="en-US" altLang="ja-JP" sz="1400" dirty="0"/>
          </a:p>
          <a:p>
            <a:pPr marL="285750" indent="-285750">
              <a:buFont typeface="Wingdings" panose="05000000000000000000" pitchFamily="2" charset="2"/>
              <a:buChar char="l"/>
              <a:defRPr/>
            </a:pPr>
            <a:r>
              <a:rPr lang="ja-JP" altLang="en-US" sz="1400" dirty="0"/>
              <a:t>複雑度高の記述の検出</a:t>
            </a:r>
            <a:endParaRPr lang="en-US" altLang="ja-JP" sz="1400" dirty="0">
              <a:highlight>
                <a:srgbClr val="FFFF00"/>
              </a:highlight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B88BDE7-7A54-DDE9-AE54-43B5D6FF5EF2}"/>
              </a:ext>
            </a:extLst>
          </p:cNvPr>
          <p:cNvSpPr txBox="1"/>
          <p:nvPr/>
        </p:nvSpPr>
        <p:spPr>
          <a:xfrm>
            <a:off x="299454" y="5574233"/>
            <a:ext cx="8624447" cy="738664"/>
          </a:xfrm>
          <a:prstGeom prst="rect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lvl="0">
              <a:defRPr/>
            </a:pPr>
            <a:endParaRPr lang="en-US" altLang="ja-JP" sz="1400" dirty="0"/>
          </a:p>
          <a:p>
            <a:pPr lvl="0">
              <a:defRPr/>
            </a:pPr>
            <a:r>
              <a:rPr lang="en-US" altLang="ja-JP" sz="1400" dirty="0"/>
              <a:t>『</a:t>
            </a:r>
            <a:r>
              <a:rPr lang="ja-JP" altLang="en-US" sz="1400" dirty="0"/>
              <a:t>コーディング規約</a:t>
            </a:r>
            <a:r>
              <a:rPr lang="en-US" altLang="ja-JP" sz="1400" dirty="0"/>
              <a:t>』</a:t>
            </a:r>
            <a:r>
              <a:rPr lang="ja-JP" altLang="en-US" sz="1400" dirty="0"/>
              <a:t>参照</a:t>
            </a:r>
            <a:endParaRPr lang="en-US" altLang="ja-JP" sz="1400" dirty="0"/>
          </a:p>
          <a:p>
            <a:pPr lvl="0">
              <a:defRPr/>
            </a:pPr>
            <a:r>
              <a:rPr lang="ja-JP" altLang="en-US" sz="1400" dirty="0">
                <a:solidFill>
                  <a:schemeClr val="tx1"/>
                </a:solidFill>
              </a:rPr>
              <a:t>　</a:t>
            </a:r>
            <a:r>
              <a:rPr lang="en-US" altLang="ja-JP" sz="1400" dirty="0">
                <a:solidFill>
                  <a:schemeClr val="tx1"/>
                </a:solidFill>
              </a:rPr>
              <a:t>※</a:t>
            </a:r>
            <a:r>
              <a:rPr lang="ja-JP" altLang="en-US" sz="1400" dirty="0">
                <a:solidFill>
                  <a:schemeClr val="tx1"/>
                </a:solidFill>
              </a:rPr>
              <a:t>基本的に</a:t>
            </a:r>
            <a:r>
              <a:rPr lang="en-US" altLang="ja-JP" sz="1400" dirty="0">
                <a:solidFill>
                  <a:schemeClr val="tx1"/>
                </a:solidFill>
              </a:rPr>
              <a:t>STEP3</a:t>
            </a:r>
            <a:r>
              <a:rPr lang="ja-JP" altLang="en-US" sz="1400" dirty="0">
                <a:solidFill>
                  <a:schemeClr val="tx1"/>
                </a:solidFill>
              </a:rPr>
              <a:t>のソースコードをベースとしたコーディング規約に従い、静的解析ルールを設定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F173A822-7420-1823-9C2F-ABD189C0C59E}"/>
              </a:ext>
            </a:extLst>
          </p:cNvPr>
          <p:cNvSpPr/>
          <p:nvPr/>
        </p:nvSpPr>
        <p:spPr>
          <a:xfrm>
            <a:off x="274321" y="897432"/>
            <a:ext cx="1660465" cy="23967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</a:ln>
          <a:effectLst/>
        </p:spPr>
        <p:txBody>
          <a:bodyPr rot="0" spcFirstLastPara="0" vertOverflow="overflow" horzOverflow="overflow" vert="horz" wrap="square" lIns="72000" tIns="108000" rIns="72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検出ポイント</a:t>
            </a:r>
            <a:endParaRPr kumimoji="1" lang="ja-JP" altLang="en-US" sz="1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DDC09507-5C92-6B39-E9AF-32674C1B79C2}"/>
              </a:ext>
            </a:extLst>
          </p:cNvPr>
          <p:cNvSpPr/>
          <p:nvPr/>
        </p:nvSpPr>
        <p:spPr>
          <a:xfrm>
            <a:off x="297374" y="5562613"/>
            <a:ext cx="1660465" cy="23967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</a:ln>
          <a:effectLst/>
        </p:spPr>
        <p:txBody>
          <a:bodyPr rot="0" spcFirstLastPara="0" vertOverflow="overflow" horzOverflow="overflow" vert="horz" wrap="square" lIns="72000" tIns="108000" rIns="72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検出詳細ルール</a:t>
            </a:r>
            <a:endParaRPr kumimoji="1" lang="ja-JP" altLang="en-US" sz="1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8" name="テキスト プレースホルダー 1">
            <a:extLst>
              <a:ext uri="{FF2B5EF4-FFF2-40B4-BE49-F238E27FC236}">
                <a16:creationId xmlns:a16="http://schemas.microsoft.com/office/drawing/2014/main" id="{5CAA44D8-CD80-E07B-55DA-667C67ED69EC}"/>
              </a:ext>
            </a:extLst>
          </p:cNvPr>
          <p:cNvSpPr txBox="1">
            <a:spLocks/>
          </p:cNvSpPr>
          <p:nvPr/>
        </p:nvSpPr>
        <p:spPr>
          <a:xfrm>
            <a:off x="0" y="277813"/>
            <a:ext cx="5327650" cy="433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kumimoji="1" sz="21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Meiryo UI" panose="020B0604030504040204" pitchFamily="50" charset="-128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Meiryo UI" panose="020B0604030504040204" pitchFamily="50" charset="-128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5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Meiryo UI" panose="020B0604030504040204" pitchFamily="50" charset="-128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Meiryo UI" panose="020B0604030504040204" pitchFamily="50" charset="-128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Meiryo UI" panose="020B0604030504040204" pitchFamily="50" charset="-128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dirty="0"/>
              <a:t>１．静的テスト計画（２）ルール</a:t>
            </a:r>
          </a:p>
        </p:txBody>
      </p:sp>
    </p:spTree>
    <p:extLst>
      <p:ext uri="{BB962C8B-B14F-4D97-AF65-F5344CB8AC3E}">
        <p14:creationId xmlns:p14="http://schemas.microsoft.com/office/powerpoint/2010/main" val="1072551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3AEFE5A-DDB2-5233-F291-B0EDC925CEF1}"/>
              </a:ext>
            </a:extLst>
          </p:cNvPr>
          <p:cNvSpPr txBox="1"/>
          <p:nvPr/>
        </p:nvSpPr>
        <p:spPr>
          <a:xfrm>
            <a:off x="278498" y="896139"/>
            <a:ext cx="8624447" cy="5047536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lvl="0">
              <a:defRPr/>
            </a:pPr>
            <a:endParaRPr lang="ja-JP" altLang="en-US" sz="1400" dirty="0"/>
          </a:p>
          <a:p>
            <a:pPr algn="l" rtl="0" fontAlgn="ctr">
              <a:buNone/>
            </a:pPr>
            <a:r>
              <a:rPr lang="ja-JP" altLang="en-US" sz="1400" b="1" dirty="0"/>
              <a:t>観点：</a:t>
            </a:r>
            <a:r>
              <a:rPr lang="ja-JP" altLang="en-US" sz="1400" b="1" i="0" u="none" strike="noStrike" dirty="0">
                <a:solidFill>
                  <a:srgbClr val="000000"/>
                </a:solidFill>
                <a:effectLst/>
                <a:latin typeface="+mn-lt"/>
                <a:ea typeface="Meiryo UI" panose="020B0604030504040204" pitchFamily="50" charset="-128"/>
              </a:rPr>
              <a:t>処理結果が設計書で定義した仕様に合致していることを、機能単位に確認する</a:t>
            </a:r>
          </a:p>
          <a:p>
            <a:pPr marL="285750" indent="-285750" fontAlgn="ctr">
              <a:buFont typeface="Wingdings" panose="05000000000000000000" pitchFamily="2" charset="2"/>
              <a:buChar char="ü"/>
            </a:pPr>
            <a:r>
              <a:rPr lang="ja-JP" altLang="en-US" sz="1400" u="sng" dirty="0">
                <a:solidFill>
                  <a:srgbClr val="000000"/>
                </a:solidFill>
                <a:ea typeface="Meiryo UI" panose="020B0604030504040204" pitchFamily="50" charset="-128"/>
              </a:rPr>
              <a:t>各業務機能（画面、</a:t>
            </a:r>
            <a:r>
              <a:rPr lang="en-US" altLang="ja-JP" sz="1400" u="sng" dirty="0">
                <a:solidFill>
                  <a:srgbClr val="000000"/>
                </a:solidFill>
                <a:ea typeface="Meiryo UI" panose="020B0604030504040204" pitchFamily="50" charset="-128"/>
              </a:rPr>
              <a:t>API</a:t>
            </a:r>
            <a:r>
              <a:rPr lang="ja-JP" altLang="en-US" sz="1400" u="sng" dirty="0">
                <a:solidFill>
                  <a:srgbClr val="000000"/>
                </a:solidFill>
                <a:ea typeface="Meiryo UI" panose="020B0604030504040204" pitchFamily="50" charset="-128"/>
              </a:rPr>
              <a:t>、バッチ）単位のホワイトボックステスト</a:t>
            </a:r>
          </a:p>
          <a:p>
            <a:pPr marL="285750" indent="-285750" fontAlgn="ctr">
              <a:buFont typeface="Wingdings" panose="05000000000000000000" pitchFamily="2" charset="2"/>
              <a:buChar char="ü"/>
            </a:pPr>
            <a:r>
              <a:rPr lang="ja-JP" altLang="en-US" sz="1400" u="sng" dirty="0">
                <a:solidFill>
                  <a:srgbClr val="000000"/>
                </a:solidFill>
                <a:ea typeface="Meiryo UI" panose="020B0604030504040204" pitchFamily="50" charset="-128"/>
              </a:rPr>
              <a:t>ログ出力（正常系</a:t>
            </a:r>
            <a:r>
              <a:rPr lang="en-US" altLang="ja-JP" sz="1400" u="sng" dirty="0">
                <a:solidFill>
                  <a:srgbClr val="000000"/>
                </a:solidFill>
                <a:ea typeface="Meiryo UI" panose="020B0604030504040204" pitchFamily="50" charset="-128"/>
              </a:rPr>
              <a:t>/</a:t>
            </a:r>
            <a:r>
              <a:rPr lang="ja-JP" altLang="en-US" sz="1400" u="sng" dirty="0">
                <a:solidFill>
                  <a:srgbClr val="000000"/>
                </a:solidFill>
                <a:ea typeface="Meiryo UI" panose="020B0604030504040204" pitchFamily="50" charset="-128"/>
              </a:rPr>
              <a:t>異常系</a:t>
            </a:r>
            <a:r>
              <a:rPr lang="en-US" altLang="ja-JP" sz="1400" u="sng" dirty="0">
                <a:solidFill>
                  <a:srgbClr val="000000"/>
                </a:solidFill>
                <a:ea typeface="Meiryo UI" panose="020B0604030504040204" pitchFamily="50" charset="-128"/>
              </a:rPr>
              <a:t>)</a:t>
            </a:r>
            <a:r>
              <a:rPr lang="ja-JP" altLang="en-US" sz="1400" u="sng" dirty="0">
                <a:solidFill>
                  <a:srgbClr val="000000"/>
                </a:solidFill>
                <a:ea typeface="Meiryo UI" panose="020B0604030504040204" pitchFamily="50" charset="-128"/>
              </a:rPr>
              <a:t>の検証</a:t>
            </a:r>
          </a:p>
          <a:p>
            <a:pPr marL="285750" indent="-285750" fontAlgn="ctr">
              <a:buFont typeface="Wingdings" panose="05000000000000000000" pitchFamily="2" charset="2"/>
              <a:buChar char="ü"/>
            </a:pPr>
            <a:r>
              <a:rPr lang="en-US" altLang="ja-JP" sz="1400" u="sng" dirty="0" err="1">
                <a:solidFill>
                  <a:srgbClr val="000000"/>
                </a:solidFill>
                <a:ea typeface="Meiryo UI" panose="020B0604030504040204" pitchFamily="50" charset="-128"/>
              </a:rPr>
              <a:t>Pytest</a:t>
            </a:r>
            <a:r>
              <a:rPr lang="ja-JP" altLang="en-US" sz="1400" u="sng" dirty="0">
                <a:solidFill>
                  <a:srgbClr val="000000"/>
                </a:solidFill>
                <a:ea typeface="Meiryo UI" panose="020B0604030504040204" pitchFamily="50" charset="-128"/>
              </a:rPr>
              <a:t>を作成対象となる機能については、カバレッジを網羅</a:t>
            </a:r>
          </a:p>
          <a:p>
            <a:pPr>
              <a:defRPr/>
            </a:pPr>
            <a:r>
              <a:rPr lang="en-US" altLang="ja-JP" sz="1400" dirty="0">
                <a:solidFill>
                  <a:srgbClr val="000000"/>
                </a:solidFill>
                <a:ea typeface="Meiryo UI" panose="020B0604030504040204" pitchFamily="50" charset="-128"/>
              </a:rPr>
              <a:t>-------</a:t>
            </a:r>
            <a:endParaRPr lang="en-US" sz="1400" dirty="0"/>
          </a:p>
          <a:p>
            <a:pPr lvl="0">
              <a:defRPr/>
            </a:pPr>
            <a:r>
              <a:rPr lang="ja-JP" altLang="en-US" sz="1400" b="1" dirty="0">
                <a:solidFill>
                  <a:schemeClr val="accent2"/>
                </a:solidFill>
              </a:rPr>
              <a:t>実施対象：</a:t>
            </a:r>
            <a:endParaRPr lang="en-US" altLang="ja-JP" sz="1400" b="1" dirty="0">
              <a:solidFill>
                <a:schemeClr val="accent2"/>
              </a:solidFill>
            </a:endParaRPr>
          </a:p>
          <a:p>
            <a:pPr marL="285750" indent="-285750" fontAlgn="ctr">
              <a:buFont typeface="Wingdings" panose="05000000000000000000" pitchFamily="2" charset="2"/>
              <a:buChar char="ü"/>
            </a:pPr>
            <a:r>
              <a:rPr lang="en-US" altLang="ja-JP" sz="1400" dirty="0">
                <a:solidFill>
                  <a:srgbClr val="000000"/>
                </a:solidFill>
                <a:ea typeface="Meiryo UI" panose="020B0604030504040204" pitchFamily="50" charset="-128"/>
              </a:rPr>
              <a:t>Step4</a:t>
            </a:r>
            <a:r>
              <a:rPr lang="ja-JP" altLang="en-US" sz="1400" dirty="0">
                <a:solidFill>
                  <a:srgbClr val="000000"/>
                </a:solidFill>
                <a:ea typeface="Meiryo UI" panose="020B0604030504040204" pitchFamily="50" charset="-128"/>
              </a:rPr>
              <a:t>で新規作成または変更したソースコード</a:t>
            </a:r>
            <a:endParaRPr lang="en-US" altLang="ja-JP" sz="1400" dirty="0">
              <a:solidFill>
                <a:srgbClr val="000000"/>
              </a:solidFill>
              <a:ea typeface="Meiryo UI" panose="020B0604030504040204" pitchFamily="50" charset="-128"/>
            </a:endParaRPr>
          </a:p>
          <a:p>
            <a:pPr marL="285750" indent="-285750">
              <a:buFont typeface="Wingdings" panose="05000000000000000000" pitchFamily="2" charset="2"/>
              <a:buChar char="ü"/>
              <a:defRPr/>
            </a:pPr>
            <a:r>
              <a:rPr lang="en-US" altLang="ja-JP" sz="1400" dirty="0">
                <a:solidFill>
                  <a:srgbClr val="000000"/>
                </a:solidFill>
                <a:ea typeface="Meiryo UI" panose="020B0604030504040204" pitchFamily="50" charset="-128"/>
              </a:rPr>
              <a:t>STEP3</a:t>
            </a:r>
            <a:r>
              <a:rPr lang="ja-JP" altLang="en-US" sz="1400" dirty="0">
                <a:solidFill>
                  <a:srgbClr val="000000"/>
                </a:solidFill>
                <a:ea typeface="Meiryo UI" panose="020B0604030504040204" pitchFamily="50" charset="-128"/>
              </a:rPr>
              <a:t>改修を行ったソースコード</a:t>
            </a:r>
            <a:endParaRPr lang="en-US" altLang="ja-JP" sz="1400" dirty="0">
              <a:solidFill>
                <a:srgbClr val="000000"/>
              </a:solidFill>
              <a:ea typeface="Meiryo UI" panose="020B0604030504040204" pitchFamily="50" charset="-128"/>
            </a:endParaRPr>
          </a:p>
          <a:p>
            <a:pPr marL="285750" indent="-285750">
              <a:buFont typeface="Wingdings" panose="05000000000000000000" pitchFamily="2" charset="2"/>
              <a:buChar char="ü"/>
              <a:defRPr/>
            </a:pPr>
            <a:r>
              <a:rPr lang="en-US" altLang="ja-JP" sz="1400" dirty="0" err="1"/>
              <a:t>Pytest</a:t>
            </a:r>
            <a:r>
              <a:rPr lang="ja-JP" altLang="en-US" sz="1400" dirty="0"/>
              <a:t>は</a:t>
            </a:r>
            <a:r>
              <a:rPr lang="en-US" sz="1400" dirty="0"/>
              <a:t>STEP4</a:t>
            </a:r>
            <a:r>
              <a:rPr lang="ja-JP" altLang="en-US" sz="1400" dirty="0"/>
              <a:t>新規機能のうち、リグレッションテストが多く発生する見込みの下記</a:t>
            </a:r>
            <a:r>
              <a:rPr lang="en-US" altLang="ja-JP" sz="1400" dirty="0"/>
              <a:t>2</a:t>
            </a:r>
            <a:r>
              <a:rPr lang="ja-JP" altLang="en-US" sz="1400" dirty="0"/>
              <a:t>機能について作成する。</a:t>
            </a:r>
            <a:br>
              <a:rPr lang="en-US" altLang="ja-JP" sz="1400" dirty="0"/>
            </a:br>
            <a:r>
              <a:rPr lang="ja-JP" altLang="en-US" sz="1400" dirty="0">
                <a:solidFill>
                  <a:schemeClr val="tx1"/>
                </a:solidFill>
              </a:rPr>
              <a:t>その他の機能は、機能単位の手動単体テストにより設計仕様との整合性を確認する。</a:t>
            </a:r>
          </a:p>
          <a:p>
            <a:pPr marL="742950" lvl="1" indent="-285750">
              <a:buFont typeface="Wingdings" panose="05000000000000000000" pitchFamily="2" charset="2"/>
              <a:buChar char="l"/>
              <a:defRPr/>
            </a:pPr>
            <a:r>
              <a:rPr lang="ja-JP" altLang="en-US" sz="1400" dirty="0"/>
              <a:t>電力見える化レポート一括作成バッチ</a:t>
            </a:r>
            <a:endParaRPr lang="en-US" altLang="ja-JP" sz="1400" dirty="0"/>
          </a:p>
          <a:p>
            <a:pPr marL="742950" lvl="1" indent="-285750">
              <a:buFont typeface="Wingdings" panose="05000000000000000000" pitchFamily="2" charset="2"/>
              <a:buChar char="l"/>
              <a:defRPr/>
            </a:pPr>
            <a:r>
              <a:rPr lang="en-US" altLang="ja-JP" sz="1400" dirty="0"/>
              <a:t>30</a:t>
            </a:r>
            <a:r>
              <a:rPr lang="ja-JP" altLang="en-US" sz="1400" dirty="0"/>
              <a:t>分値・顧客情報取込バッチ</a:t>
            </a:r>
            <a:endParaRPr lang="en-US" altLang="ja-JP" sz="1400" dirty="0"/>
          </a:p>
          <a:p>
            <a:pPr>
              <a:defRPr/>
            </a:pPr>
            <a:endParaRPr lang="en-US" altLang="ja-JP" sz="1400" b="1" dirty="0">
              <a:solidFill>
                <a:srgbClr val="000000"/>
              </a:solidFill>
              <a:ea typeface="Meiryo UI" panose="020B0604030504040204" pitchFamily="50" charset="-128"/>
            </a:endParaRPr>
          </a:p>
          <a:p>
            <a:pPr>
              <a:defRPr/>
            </a:pPr>
            <a:r>
              <a:rPr lang="ja-JP" altLang="en-US" sz="1400" b="1" dirty="0">
                <a:solidFill>
                  <a:schemeClr val="accent2"/>
                </a:solidFill>
                <a:ea typeface="Meiryo UI" panose="020B0604030504040204" pitchFamily="50" charset="-128"/>
              </a:rPr>
              <a:t>実行タイミング：</a:t>
            </a:r>
            <a:endParaRPr lang="en-US" altLang="ja-JP" sz="1400" b="1" dirty="0">
              <a:solidFill>
                <a:schemeClr val="accent2"/>
              </a:solidFill>
              <a:ea typeface="Meiryo UI" panose="020B0604030504040204" pitchFamily="50" charset="-128"/>
            </a:endParaRPr>
          </a:p>
          <a:p>
            <a:pPr marL="285750" lvl="0" indent="-285750">
              <a:buFont typeface="Wingdings" panose="05000000000000000000" pitchFamily="2" charset="2"/>
              <a:buChar char="ü"/>
              <a:defRPr/>
            </a:pPr>
            <a:r>
              <a:rPr lang="ja-JP" altLang="en-US" sz="1400" dirty="0"/>
              <a:t>ソースレビューおよび静的解析をクリアした機能</a:t>
            </a:r>
            <a:endParaRPr lang="en-US" altLang="ja-JP" sz="1400" dirty="0"/>
          </a:p>
          <a:p>
            <a:pPr lvl="0">
              <a:defRPr/>
            </a:pPr>
            <a:endParaRPr lang="en-US" sz="1400" dirty="0"/>
          </a:p>
          <a:p>
            <a:pPr lvl="0">
              <a:defRPr/>
            </a:pPr>
            <a:r>
              <a:rPr lang="ja-JP" altLang="en-US" sz="1400" b="1" dirty="0">
                <a:solidFill>
                  <a:schemeClr val="accent2"/>
                </a:solidFill>
              </a:rPr>
              <a:t>成果物：</a:t>
            </a:r>
            <a:endParaRPr lang="en-US" altLang="ja-JP" sz="1400" b="1" dirty="0">
              <a:solidFill>
                <a:schemeClr val="accent2"/>
              </a:solidFill>
            </a:endParaRPr>
          </a:p>
          <a:p>
            <a:pPr marL="285750" lvl="0" indent="-285750">
              <a:buFont typeface="Wingdings" panose="05000000000000000000" pitchFamily="2" charset="2"/>
              <a:buChar char="ü"/>
              <a:defRPr/>
            </a:pPr>
            <a:r>
              <a:rPr lang="ja-JP" altLang="en-US" sz="1400" dirty="0"/>
              <a:t>テストケースおよび、結果一覧</a:t>
            </a:r>
            <a:endParaRPr lang="en-US" altLang="ja-JP" sz="1400" dirty="0"/>
          </a:p>
          <a:p>
            <a:pPr marL="285750" lvl="0" indent="-285750">
              <a:buFont typeface="Wingdings" panose="05000000000000000000" pitchFamily="2" charset="2"/>
              <a:buChar char="ü"/>
              <a:defRPr/>
            </a:pPr>
            <a:r>
              <a:rPr lang="ja-JP" altLang="en-US" sz="1400" dirty="0"/>
              <a:t>実行結果のエビデンス（</a:t>
            </a:r>
            <a:r>
              <a:rPr lang="en-US" altLang="ja-JP" sz="1400" dirty="0"/>
              <a:t>Excel</a:t>
            </a:r>
            <a:r>
              <a:rPr lang="ja-JP" altLang="en-US" sz="1400" dirty="0"/>
              <a:t>ファイル・</a:t>
            </a:r>
            <a:r>
              <a:rPr lang="en-US" altLang="ja-JP" sz="1400" dirty="0" err="1"/>
              <a:t>VSCode</a:t>
            </a:r>
            <a:r>
              <a:rPr lang="ja-JP" altLang="en-US" sz="1400" dirty="0"/>
              <a:t>ログキャプチャ）</a:t>
            </a:r>
            <a:endParaRPr lang="en-US" altLang="ja-JP" sz="1400" dirty="0"/>
          </a:p>
          <a:p>
            <a:pPr>
              <a:defRPr/>
            </a:pPr>
            <a:endParaRPr lang="en-US" altLang="ja-JP" sz="1400" b="1" dirty="0"/>
          </a:p>
          <a:p>
            <a:pPr>
              <a:defRPr/>
            </a:pPr>
            <a:r>
              <a:rPr lang="ja-JP" altLang="en-US" sz="1400" b="1" dirty="0">
                <a:solidFill>
                  <a:schemeClr val="accent2"/>
                </a:solidFill>
              </a:rPr>
              <a:t>完了基準：</a:t>
            </a:r>
            <a:endParaRPr lang="en-US" altLang="ja-JP" sz="1400" b="1" dirty="0">
              <a:solidFill>
                <a:schemeClr val="accent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  <a:defRPr/>
            </a:pPr>
            <a:r>
              <a:rPr lang="ja-JP" altLang="en-US" sz="1400" b="0" i="0" u="none" strike="noStrike" dirty="0">
                <a:solidFill>
                  <a:srgbClr val="000000"/>
                </a:solidFill>
                <a:effectLst/>
                <a:latin typeface="+mn-lt"/>
                <a:ea typeface="Meiryo UI" panose="020B0604030504040204" pitchFamily="50" charset="-128"/>
              </a:rPr>
              <a:t>テストケース消化率</a:t>
            </a:r>
            <a:r>
              <a:rPr lang="en-US" altLang="ja-JP" sz="1400" b="0" i="0" u="none" strike="noStrike" dirty="0">
                <a:solidFill>
                  <a:srgbClr val="000000"/>
                </a:solidFill>
                <a:effectLst/>
                <a:latin typeface="+mn-lt"/>
                <a:ea typeface="Meiryo UI" panose="020B0604030504040204" pitchFamily="50" charset="-128"/>
              </a:rPr>
              <a:t>=100%</a:t>
            </a:r>
            <a:r>
              <a:rPr lang="ja-JP" altLang="en-US" sz="1400" dirty="0">
                <a:solidFill>
                  <a:srgbClr val="000000"/>
                </a:solidFill>
                <a:ea typeface="Meiryo UI" panose="020B0604030504040204" pitchFamily="50" charset="-128"/>
              </a:rPr>
              <a:t>／未解決欠陥数＝０件　</a:t>
            </a:r>
            <a:r>
              <a:rPr lang="en-US" altLang="ja-JP" sz="1400" dirty="0">
                <a:solidFill>
                  <a:srgbClr val="000000"/>
                </a:solidFill>
                <a:ea typeface="Meiryo UI" panose="020B0604030504040204" pitchFamily="50" charset="-128"/>
              </a:rPr>
              <a:t>※</a:t>
            </a:r>
            <a:r>
              <a:rPr lang="en-US" altLang="ja-JP" sz="1400" dirty="0"/>
              <a:t>『</a:t>
            </a:r>
            <a:r>
              <a:rPr lang="ja-JP" altLang="en-US" sz="1400" dirty="0"/>
              <a:t>テスト方針書</a:t>
            </a:r>
            <a:r>
              <a:rPr lang="en-US" altLang="ja-JP" sz="1400" dirty="0"/>
              <a:t>』</a:t>
            </a:r>
            <a:r>
              <a:rPr lang="ja-JP" altLang="en-US" sz="1400" dirty="0"/>
              <a:t>参照</a:t>
            </a:r>
            <a:endParaRPr lang="en-US" altLang="ja-JP" sz="1400" dirty="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DEC838D2-F925-44C4-A156-2E5E25F333F6}"/>
              </a:ext>
            </a:extLst>
          </p:cNvPr>
          <p:cNvSpPr/>
          <p:nvPr/>
        </p:nvSpPr>
        <p:spPr>
          <a:xfrm>
            <a:off x="274334" y="896138"/>
            <a:ext cx="2460567" cy="229449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</a:ln>
          <a:effectLst/>
        </p:spPr>
        <p:txBody>
          <a:bodyPr rot="0" spcFirstLastPara="0" vertOverflow="overflow" horzOverflow="overflow" vert="horz" wrap="square" lIns="72000" tIns="108000" rIns="72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>
              <a:defRPr/>
            </a:pPr>
            <a:r>
              <a:rPr lang="en-US" altLang="ja-JP" sz="1400" b="1" dirty="0">
                <a:solidFill>
                  <a:schemeClr val="bg1"/>
                </a:solidFill>
              </a:rPr>
              <a:t>UT</a:t>
            </a:r>
            <a:r>
              <a:rPr lang="ja-JP" altLang="en-US" sz="1400" b="1" dirty="0">
                <a:solidFill>
                  <a:schemeClr val="bg1"/>
                </a:solidFill>
              </a:rPr>
              <a:t>：単体テスト</a:t>
            </a:r>
            <a:endParaRPr lang="en-US" altLang="ja-JP" sz="1400" b="1" dirty="0">
              <a:solidFill>
                <a:schemeClr val="bg1"/>
              </a:solidFill>
            </a:endParaRPr>
          </a:p>
        </p:txBody>
      </p:sp>
      <p:sp>
        <p:nvSpPr>
          <p:cNvPr id="7" name="テキスト プレースホルダー 1">
            <a:extLst>
              <a:ext uri="{FF2B5EF4-FFF2-40B4-BE49-F238E27FC236}">
                <a16:creationId xmlns:a16="http://schemas.microsoft.com/office/drawing/2014/main" id="{4037F7C2-E7F2-C051-4E73-0F84C3D567C8}"/>
              </a:ext>
            </a:extLst>
          </p:cNvPr>
          <p:cNvSpPr txBox="1">
            <a:spLocks/>
          </p:cNvSpPr>
          <p:nvPr/>
        </p:nvSpPr>
        <p:spPr>
          <a:xfrm>
            <a:off x="0" y="277813"/>
            <a:ext cx="5327650" cy="433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kumimoji="1" sz="21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Meiryo UI" panose="020B0604030504040204" pitchFamily="50" charset="-128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Meiryo UI" panose="020B0604030504040204" pitchFamily="50" charset="-128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5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Meiryo UI" panose="020B0604030504040204" pitchFamily="50" charset="-128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Meiryo UI" panose="020B0604030504040204" pitchFamily="50" charset="-128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Meiryo UI" panose="020B0604030504040204" pitchFamily="50" charset="-128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dirty="0"/>
              <a:t>２．単体テスト計画（１）</a:t>
            </a:r>
          </a:p>
        </p:txBody>
      </p:sp>
    </p:spTree>
    <p:extLst>
      <p:ext uri="{BB962C8B-B14F-4D97-AF65-F5344CB8AC3E}">
        <p14:creationId xmlns:p14="http://schemas.microsoft.com/office/powerpoint/2010/main" val="2181507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AD678F6-A121-3039-7752-95DB63FACAB6}"/>
              </a:ext>
            </a:extLst>
          </p:cNvPr>
          <p:cNvSpPr txBox="1"/>
          <p:nvPr/>
        </p:nvSpPr>
        <p:spPr>
          <a:xfrm>
            <a:off x="280564" y="899391"/>
            <a:ext cx="8624447" cy="2031325"/>
          </a:xfrm>
          <a:prstGeom prst="rect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lvl="0">
              <a:defRPr/>
            </a:pPr>
            <a:endParaRPr lang="en-US" altLang="ja-JP" sz="1400" dirty="0">
              <a:solidFill>
                <a:srgbClr val="0070C0"/>
              </a:solidFill>
            </a:endParaRPr>
          </a:p>
          <a:p>
            <a:pPr lvl="0">
              <a:defRPr/>
            </a:pPr>
            <a:r>
              <a:rPr lang="en-US" altLang="ja-JP" sz="1400" dirty="0">
                <a:solidFill>
                  <a:schemeClr val="accent2"/>
                </a:solidFill>
              </a:rPr>
              <a:t>【</a:t>
            </a:r>
            <a:r>
              <a:rPr lang="ja-JP" altLang="en-US" sz="1400" dirty="0">
                <a:solidFill>
                  <a:schemeClr val="accent2"/>
                </a:solidFill>
              </a:rPr>
              <a:t>マスタ</a:t>
            </a:r>
            <a:r>
              <a:rPr lang="en-US" altLang="ja-JP" sz="1400" dirty="0">
                <a:solidFill>
                  <a:schemeClr val="accent2"/>
                </a:solidFill>
              </a:rPr>
              <a:t>】</a:t>
            </a:r>
          </a:p>
          <a:p>
            <a:pPr marL="285750" lvl="0" indent="-285750">
              <a:buFont typeface="Wingdings" panose="05000000000000000000" pitchFamily="2" charset="2"/>
              <a:buChar char="ü"/>
              <a:defRPr/>
            </a:pPr>
            <a:r>
              <a:rPr lang="en-US" altLang="ja-JP" sz="1400" dirty="0"/>
              <a:t>STEP3</a:t>
            </a:r>
            <a:r>
              <a:rPr lang="ja-JP" altLang="en-US" sz="1400" dirty="0"/>
              <a:t>開発環境データを利用</a:t>
            </a:r>
            <a:endParaRPr lang="en-US" altLang="ja-JP" sz="1400" dirty="0">
              <a:solidFill>
                <a:srgbClr val="0070C0"/>
              </a:solidFill>
            </a:endParaRPr>
          </a:p>
          <a:p>
            <a:pPr lvl="0">
              <a:defRPr/>
            </a:pPr>
            <a:r>
              <a:rPr lang="en-US" altLang="ja-JP" sz="1400" dirty="0">
                <a:solidFill>
                  <a:schemeClr val="accent2"/>
                </a:solidFill>
              </a:rPr>
              <a:t>【</a:t>
            </a:r>
            <a:r>
              <a:rPr lang="ja-JP" altLang="en-US" sz="1400" dirty="0">
                <a:solidFill>
                  <a:schemeClr val="accent2"/>
                </a:solidFill>
              </a:rPr>
              <a:t>トランザクション</a:t>
            </a:r>
            <a:r>
              <a:rPr lang="en-US" altLang="ja-JP" sz="1400" dirty="0">
                <a:solidFill>
                  <a:schemeClr val="accent2"/>
                </a:solidFill>
              </a:rPr>
              <a:t>】</a:t>
            </a:r>
          </a:p>
          <a:p>
            <a:pPr marL="285750" indent="-285750">
              <a:buFont typeface="Wingdings" panose="05000000000000000000" pitchFamily="2" charset="2"/>
              <a:buChar char="ü"/>
              <a:defRPr/>
            </a:pPr>
            <a:r>
              <a:rPr lang="ja-JP" altLang="en-US" sz="1400" dirty="0"/>
              <a:t>各テストケースに合わせたデータを作成</a:t>
            </a:r>
            <a:endParaRPr lang="en-US" altLang="ja-JP" sz="1400" dirty="0"/>
          </a:p>
          <a:p>
            <a:pPr lvl="0">
              <a:defRPr/>
            </a:pPr>
            <a:r>
              <a:rPr lang="en-US" altLang="ja-JP" sz="1400" dirty="0">
                <a:solidFill>
                  <a:schemeClr val="accent2"/>
                </a:solidFill>
              </a:rPr>
              <a:t>【EP</a:t>
            </a:r>
            <a:r>
              <a:rPr lang="ja-JP" altLang="en-US" sz="1400" dirty="0">
                <a:solidFill>
                  <a:schemeClr val="accent2"/>
                </a:solidFill>
              </a:rPr>
              <a:t>データ参照基盤</a:t>
            </a:r>
            <a:r>
              <a:rPr lang="en-US" altLang="ja-JP" sz="1400" dirty="0">
                <a:solidFill>
                  <a:schemeClr val="accent2"/>
                </a:solidFill>
              </a:rPr>
              <a:t>】</a:t>
            </a:r>
          </a:p>
          <a:p>
            <a:pPr marL="285750" lvl="0" indent="-285750">
              <a:buFont typeface="Wingdings" panose="05000000000000000000" pitchFamily="2" charset="2"/>
              <a:buChar char="ü"/>
              <a:defRPr/>
            </a:pPr>
            <a:r>
              <a:rPr lang="ja-JP" altLang="en-US" sz="1400" dirty="0"/>
              <a:t>基本設計時に受領したサンプルをベースに、各テストケースに合わせたデータを作成</a:t>
            </a:r>
            <a:endParaRPr lang="en-US" altLang="ja-JP" sz="1400" dirty="0"/>
          </a:p>
          <a:p>
            <a:pPr lvl="0">
              <a:defRPr/>
            </a:pPr>
            <a:r>
              <a:rPr lang="en-US" altLang="ja-JP" sz="1400" dirty="0">
                <a:solidFill>
                  <a:schemeClr val="accent2"/>
                </a:solidFill>
              </a:rPr>
              <a:t>【ARVE】</a:t>
            </a:r>
          </a:p>
          <a:p>
            <a:pPr marL="285750" indent="-285750">
              <a:buFont typeface="Wingdings" panose="05000000000000000000" pitchFamily="2" charset="2"/>
              <a:buChar char="ü"/>
              <a:defRPr/>
            </a:pPr>
            <a:r>
              <a:rPr lang="ja-JP" altLang="en-US" sz="1400" dirty="0"/>
              <a:t>基本設計時に受領したサンプルをベースに、各テストケースに合わせたデータを作成</a:t>
            </a:r>
            <a:endParaRPr lang="en-US" altLang="ja-JP" sz="1400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323E7B2-FB4A-39CF-2789-0AB71AD00310}"/>
              </a:ext>
            </a:extLst>
          </p:cNvPr>
          <p:cNvSpPr/>
          <p:nvPr/>
        </p:nvSpPr>
        <p:spPr>
          <a:xfrm>
            <a:off x="278484" y="887771"/>
            <a:ext cx="1660465" cy="23967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</a:ln>
          <a:effectLst/>
        </p:spPr>
        <p:txBody>
          <a:bodyPr rot="0" spcFirstLastPara="0" vertOverflow="overflow" horzOverflow="overflow" vert="horz" wrap="square" lIns="72000" tIns="108000" rIns="72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データ</a:t>
            </a:r>
            <a:endParaRPr kumimoji="1" lang="ja-JP" altLang="en-US" sz="1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2BC8D60-93B9-8DB1-5914-3598509F2D8B}"/>
              </a:ext>
            </a:extLst>
          </p:cNvPr>
          <p:cNvSpPr txBox="1"/>
          <p:nvPr/>
        </p:nvSpPr>
        <p:spPr>
          <a:xfrm>
            <a:off x="280564" y="3139579"/>
            <a:ext cx="8624447" cy="738664"/>
          </a:xfrm>
          <a:prstGeom prst="rect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lvl="0">
              <a:defRPr/>
            </a:pPr>
            <a:endParaRPr lang="en-US" altLang="ja-JP" sz="1400" dirty="0"/>
          </a:p>
          <a:p>
            <a:pPr marL="285750" lvl="0" indent="-285750">
              <a:buFont typeface="Wingdings" panose="05000000000000000000" pitchFamily="2" charset="2"/>
              <a:buChar char="ü"/>
              <a:defRPr/>
            </a:pPr>
            <a:r>
              <a:rPr lang="ja-JP" altLang="en-US" sz="1400" dirty="0">
                <a:solidFill>
                  <a:schemeClr val="tx1"/>
                </a:solidFill>
              </a:rPr>
              <a:t>原則として既存データまたは受領したサンプルを再利用し、テストケース上不足するデータのみ追加作成する。 </a:t>
            </a:r>
            <a:br>
              <a:rPr lang="en-US" altLang="ja-JP" sz="1400" dirty="0">
                <a:solidFill>
                  <a:schemeClr val="tx1"/>
                </a:solidFill>
              </a:rPr>
            </a:br>
            <a:r>
              <a:rPr lang="ja-JP" altLang="en-US" sz="1400" dirty="0">
                <a:solidFill>
                  <a:schemeClr val="tx1"/>
                </a:solidFill>
              </a:rPr>
              <a:t>テストケースごとに前提データを識別可能とし、再実行できる状態を確保する。</a:t>
            </a:r>
            <a:endParaRPr lang="en-US" altLang="ja-JP" sz="1400" dirty="0">
              <a:solidFill>
                <a:schemeClr val="tx1"/>
              </a:solidFill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431AE21-7655-C20F-2E72-7299BC61040B}"/>
              </a:ext>
            </a:extLst>
          </p:cNvPr>
          <p:cNvSpPr/>
          <p:nvPr/>
        </p:nvSpPr>
        <p:spPr>
          <a:xfrm>
            <a:off x="278484" y="3127959"/>
            <a:ext cx="1660465" cy="239671"/>
          </a:xfrm>
          <a:prstGeom prst="rect">
            <a:avLst/>
          </a:prstGeom>
          <a:solidFill>
            <a:srgbClr val="FCDDCF"/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</a:ln>
          <a:effectLst/>
        </p:spPr>
        <p:txBody>
          <a:bodyPr rot="0" spcFirstLastPara="0" vertOverflow="overflow" horzOverflow="overflow" vert="horz" wrap="square" lIns="72000" tIns="108000" rIns="72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制約事項</a:t>
            </a:r>
            <a:endParaRPr kumimoji="1" lang="ja-JP" altLang="en-US" sz="1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1" name="テキスト プレースホルダー 1">
            <a:extLst>
              <a:ext uri="{FF2B5EF4-FFF2-40B4-BE49-F238E27FC236}">
                <a16:creationId xmlns:a16="http://schemas.microsoft.com/office/drawing/2014/main" id="{CF93391E-2FFE-B6B2-EEBB-875E0EBAB6F8}"/>
              </a:ext>
            </a:extLst>
          </p:cNvPr>
          <p:cNvSpPr txBox="1">
            <a:spLocks/>
          </p:cNvSpPr>
          <p:nvPr/>
        </p:nvSpPr>
        <p:spPr>
          <a:xfrm>
            <a:off x="0" y="277813"/>
            <a:ext cx="5327650" cy="433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kumimoji="1" sz="21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Meiryo UI" panose="020B0604030504040204" pitchFamily="50" charset="-128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Meiryo UI" panose="020B0604030504040204" pitchFamily="50" charset="-128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5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Meiryo UI" panose="020B0604030504040204" pitchFamily="50" charset="-128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Meiryo UI" panose="020B0604030504040204" pitchFamily="50" charset="-128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Meiryo UI" panose="020B0604030504040204" pitchFamily="50" charset="-128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dirty="0"/>
              <a:t>２．単体テスト計画（２）</a:t>
            </a:r>
          </a:p>
        </p:txBody>
      </p:sp>
    </p:spTree>
    <p:extLst>
      <p:ext uri="{BB962C8B-B14F-4D97-AF65-F5344CB8AC3E}">
        <p14:creationId xmlns:p14="http://schemas.microsoft.com/office/powerpoint/2010/main" val="2313656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5E37E-82E2-95BB-5186-1AF72E912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10A0809-496C-A3B9-4A53-3EEB8A796680}"/>
              </a:ext>
            </a:extLst>
          </p:cNvPr>
          <p:cNvSpPr txBox="1"/>
          <p:nvPr/>
        </p:nvSpPr>
        <p:spPr>
          <a:xfrm>
            <a:off x="278484" y="897424"/>
            <a:ext cx="8624447" cy="5462534"/>
          </a:xfrm>
          <a:prstGeom prst="rect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noAutofit/>
          </a:bodyPr>
          <a:lstStyle/>
          <a:p>
            <a:pPr lvl="0">
              <a:defRPr/>
            </a:pPr>
            <a:endParaRPr lang="en-US" altLang="ja-JP" sz="1400" dirty="0"/>
          </a:p>
          <a:p>
            <a:pPr marL="285750" indent="-285750" fontAlgn="ctr">
              <a:buFont typeface="Wingdings" panose="05000000000000000000" pitchFamily="2" charset="2"/>
              <a:buChar char="ü"/>
            </a:pPr>
            <a:r>
              <a:rPr lang="ja-JP" altLang="en-US" sz="1400" u="sng" dirty="0">
                <a:solidFill>
                  <a:srgbClr val="000000"/>
                </a:solidFill>
                <a:ea typeface="Meiryo UI" panose="020B0604030504040204" pitchFamily="50" charset="-128"/>
              </a:rPr>
              <a:t>各業務機能（画面、</a:t>
            </a:r>
            <a:r>
              <a:rPr lang="en-US" altLang="ja-JP" sz="1400" u="sng" dirty="0">
                <a:solidFill>
                  <a:srgbClr val="000000"/>
                </a:solidFill>
                <a:ea typeface="Meiryo UI" panose="020B0604030504040204" pitchFamily="50" charset="-128"/>
              </a:rPr>
              <a:t>API</a:t>
            </a:r>
            <a:r>
              <a:rPr lang="ja-JP" altLang="en-US" sz="1400" u="sng" dirty="0">
                <a:solidFill>
                  <a:srgbClr val="000000"/>
                </a:solidFill>
                <a:ea typeface="Meiryo UI" panose="020B0604030504040204" pitchFamily="50" charset="-128"/>
              </a:rPr>
              <a:t>、バッチ）単位のホワイトボックステスト</a:t>
            </a:r>
            <a:endParaRPr lang="en-US" altLang="ja-JP" sz="1400" u="sng" dirty="0">
              <a:solidFill>
                <a:srgbClr val="000000"/>
              </a:solidFill>
              <a:ea typeface="Meiryo UI" panose="020B0604030504040204" pitchFamily="50" charset="-128"/>
            </a:endParaRPr>
          </a:p>
          <a:p>
            <a:pPr marL="285750" indent="-285750" fontAlgn="ctr">
              <a:buFont typeface="Wingdings" panose="05000000000000000000" pitchFamily="2" charset="2"/>
              <a:buChar char="ü"/>
            </a:pPr>
            <a:r>
              <a:rPr lang="ja-JP" altLang="en-US" sz="1400" u="sng" dirty="0">
                <a:solidFill>
                  <a:srgbClr val="000000"/>
                </a:solidFill>
                <a:ea typeface="Meiryo UI" panose="020B0604030504040204" pitchFamily="50" charset="-128"/>
              </a:rPr>
              <a:t>ログ出力（正常系</a:t>
            </a:r>
            <a:r>
              <a:rPr lang="en-US" altLang="ja-JP" sz="1400" u="sng" dirty="0">
                <a:solidFill>
                  <a:srgbClr val="000000"/>
                </a:solidFill>
                <a:ea typeface="Meiryo UI" panose="020B0604030504040204" pitchFamily="50" charset="-128"/>
              </a:rPr>
              <a:t>/</a:t>
            </a:r>
            <a:r>
              <a:rPr lang="ja-JP" altLang="en-US" sz="1400" u="sng" dirty="0">
                <a:solidFill>
                  <a:srgbClr val="000000"/>
                </a:solidFill>
                <a:ea typeface="Meiryo UI" panose="020B0604030504040204" pitchFamily="50" charset="-128"/>
              </a:rPr>
              <a:t>異常系</a:t>
            </a:r>
            <a:r>
              <a:rPr lang="en-US" altLang="ja-JP" sz="1400" u="sng" dirty="0">
                <a:solidFill>
                  <a:srgbClr val="000000"/>
                </a:solidFill>
                <a:ea typeface="Meiryo UI" panose="020B0604030504040204" pitchFamily="50" charset="-128"/>
              </a:rPr>
              <a:t>)</a:t>
            </a:r>
            <a:r>
              <a:rPr lang="ja-JP" altLang="en-US" sz="1400" u="sng" dirty="0">
                <a:solidFill>
                  <a:srgbClr val="000000"/>
                </a:solidFill>
                <a:ea typeface="Meiryo UI" panose="020B0604030504040204" pitchFamily="50" charset="-128"/>
              </a:rPr>
              <a:t>の検証</a:t>
            </a:r>
          </a:p>
          <a:p>
            <a:pPr>
              <a:defRPr/>
            </a:pPr>
            <a:endParaRPr lang="en-US" altLang="ja-JP" sz="1400" dirty="0">
              <a:solidFill>
                <a:schemeClr val="accent2"/>
              </a:solidFill>
            </a:endParaRPr>
          </a:p>
          <a:p>
            <a:pPr>
              <a:defRPr/>
            </a:pPr>
            <a:r>
              <a:rPr lang="en-US" altLang="ja-JP" sz="1400" dirty="0">
                <a:solidFill>
                  <a:schemeClr val="accent2"/>
                </a:solidFill>
              </a:rPr>
              <a:t>【</a:t>
            </a:r>
            <a:r>
              <a:rPr lang="ja-JP" altLang="en-US" sz="1400" dirty="0">
                <a:solidFill>
                  <a:schemeClr val="accent2"/>
                </a:solidFill>
              </a:rPr>
              <a:t>フロントエンド</a:t>
            </a:r>
            <a:r>
              <a:rPr lang="en-US" altLang="ja-JP" sz="1400" dirty="0">
                <a:solidFill>
                  <a:schemeClr val="accent2"/>
                </a:solidFill>
              </a:rPr>
              <a:t>】※</a:t>
            </a:r>
            <a:r>
              <a:rPr lang="ja-JP" altLang="en-US" sz="1400" dirty="0">
                <a:solidFill>
                  <a:schemeClr val="accent2"/>
                </a:solidFill>
              </a:rPr>
              <a:t>画面のみ</a:t>
            </a:r>
            <a:endParaRPr lang="en-US" altLang="ja-JP" sz="1400" dirty="0"/>
          </a:p>
          <a:p>
            <a:pPr marL="285750" lvl="0" indent="-285750">
              <a:buFont typeface="Wingdings" panose="05000000000000000000" pitchFamily="2" charset="2"/>
              <a:buChar char="l"/>
              <a:defRPr/>
            </a:pPr>
            <a:r>
              <a:rPr lang="en-US" altLang="ja-JP" sz="1400" dirty="0"/>
              <a:t>URL</a:t>
            </a:r>
            <a:r>
              <a:rPr lang="ja-JP" altLang="en-US" sz="1400" dirty="0"/>
              <a:t>ルーティング</a:t>
            </a:r>
            <a:endParaRPr lang="en-US" altLang="ja-JP" sz="1400" dirty="0"/>
          </a:p>
          <a:p>
            <a:pPr marL="285750" lvl="0" indent="-285750">
              <a:buFont typeface="Wingdings" panose="05000000000000000000" pitchFamily="2" charset="2"/>
              <a:buChar char="l"/>
              <a:defRPr/>
            </a:pPr>
            <a:r>
              <a:rPr lang="ja-JP" altLang="en-US" sz="1400" dirty="0"/>
              <a:t>リクエスト値・レスポンス値</a:t>
            </a:r>
            <a:endParaRPr lang="en-US" altLang="ja-JP" sz="1400" dirty="0"/>
          </a:p>
          <a:p>
            <a:pPr marL="285750" lvl="0" indent="-285750">
              <a:buFont typeface="Wingdings" panose="05000000000000000000" pitchFamily="2" charset="2"/>
              <a:buChar char="l"/>
              <a:defRPr/>
            </a:pPr>
            <a:r>
              <a:rPr lang="ja-JP" altLang="en-US" sz="1400" dirty="0"/>
              <a:t>必須、境界値、桁数（最大・最小・一致）、型</a:t>
            </a:r>
            <a:endParaRPr lang="en-US" altLang="ja-JP" sz="1400" dirty="0"/>
          </a:p>
          <a:p>
            <a:pPr marL="285750" lvl="0" indent="-285750">
              <a:buFont typeface="Wingdings" panose="05000000000000000000" pitchFamily="2" charset="2"/>
              <a:buChar char="l"/>
              <a:defRPr/>
            </a:pPr>
            <a:r>
              <a:rPr lang="ja-JP" altLang="en-US" sz="1400" dirty="0"/>
              <a:t>セッション管理</a:t>
            </a:r>
            <a:endParaRPr lang="en-US" altLang="ja-JP" sz="1400" dirty="0"/>
          </a:p>
          <a:p>
            <a:pPr marL="285750" lvl="0" indent="-285750">
              <a:buFont typeface="Wingdings" panose="05000000000000000000" pitchFamily="2" charset="2"/>
              <a:buChar char="l"/>
              <a:defRPr/>
            </a:pPr>
            <a:r>
              <a:rPr lang="ja-JP" altLang="en-US" sz="1400" dirty="0"/>
              <a:t>対</a:t>
            </a:r>
            <a:r>
              <a:rPr lang="en-US" altLang="ja-JP" sz="1400" dirty="0"/>
              <a:t>API</a:t>
            </a:r>
            <a:r>
              <a:rPr lang="ja-JP" altLang="en-US" sz="1400" dirty="0"/>
              <a:t>とのパラメータ受け渡し</a:t>
            </a:r>
            <a:endParaRPr lang="en-US" altLang="ja-JP" sz="1400" dirty="0"/>
          </a:p>
          <a:p>
            <a:pPr marL="285750" lvl="0" indent="-285750">
              <a:buFont typeface="Wingdings" panose="05000000000000000000" pitchFamily="2" charset="2"/>
              <a:buChar char="l"/>
              <a:defRPr/>
            </a:pPr>
            <a:r>
              <a:rPr lang="ja-JP" altLang="en-US" sz="1400" dirty="0"/>
              <a:t>例外処理</a:t>
            </a:r>
            <a:endParaRPr lang="en-US" altLang="ja-JP" sz="1400" dirty="0"/>
          </a:p>
          <a:p>
            <a:pPr lvl="0">
              <a:defRPr/>
            </a:pPr>
            <a:endParaRPr lang="en-US" altLang="ja-JP" sz="1400" dirty="0"/>
          </a:p>
          <a:p>
            <a:pPr lvl="0">
              <a:defRPr/>
            </a:pPr>
            <a:r>
              <a:rPr lang="en-US" altLang="ja-JP" sz="1400" dirty="0">
                <a:solidFill>
                  <a:schemeClr val="accent2"/>
                </a:solidFill>
              </a:rPr>
              <a:t>【</a:t>
            </a:r>
            <a:r>
              <a:rPr lang="ja-JP" altLang="en-US" sz="1400" dirty="0">
                <a:solidFill>
                  <a:schemeClr val="accent2"/>
                </a:solidFill>
              </a:rPr>
              <a:t>バックエンド</a:t>
            </a:r>
            <a:r>
              <a:rPr lang="en-US" altLang="ja-JP" sz="1400" dirty="0">
                <a:solidFill>
                  <a:schemeClr val="accent2"/>
                </a:solidFill>
              </a:rPr>
              <a:t>】</a:t>
            </a:r>
          </a:p>
          <a:p>
            <a:pPr marL="285750" lvl="0" indent="-285750">
              <a:buFont typeface="Wingdings" panose="05000000000000000000" pitchFamily="2" charset="2"/>
              <a:buChar char="l"/>
              <a:defRPr/>
            </a:pPr>
            <a:r>
              <a:rPr lang="ja-JP" altLang="en-US" sz="1400" dirty="0"/>
              <a:t>相関チェック</a:t>
            </a:r>
            <a:endParaRPr lang="en-US" altLang="ja-JP" sz="1400" dirty="0"/>
          </a:p>
          <a:p>
            <a:pPr marL="285750" indent="-285750">
              <a:buFont typeface="Wingdings" panose="05000000000000000000" pitchFamily="2" charset="2"/>
              <a:buChar char="l"/>
              <a:defRPr/>
            </a:pPr>
            <a:r>
              <a:rPr lang="ja-JP" altLang="en-US" sz="1400" dirty="0"/>
              <a:t>データ変換</a:t>
            </a:r>
            <a:endParaRPr lang="en-US" altLang="ja-JP" sz="1400" dirty="0"/>
          </a:p>
          <a:p>
            <a:pPr marL="285750" lvl="0" indent="-285750">
              <a:buFont typeface="Wingdings" panose="05000000000000000000" pitchFamily="2" charset="2"/>
              <a:buChar char="l"/>
              <a:defRPr/>
            </a:pPr>
            <a:r>
              <a:rPr lang="ja-JP" altLang="en-US" sz="1400" dirty="0"/>
              <a:t>条件分岐</a:t>
            </a:r>
            <a:endParaRPr lang="en-US" altLang="ja-JP" sz="1400" dirty="0"/>
          </a:p>
          <a:p>
            <a:pPr marL="285750" lvl="0" indent="-285750">
              <a:buFont typeface="Wingdings" panose="05000000000000000000" pitchFamily="2" charset="2"/>
              <a:buChar char="l"/>
              <a:defRPr/>
            </a:pPr>
            <a:r>
              <a:rPr lang="ja-JP" altLang="en-US" sz="1400" dirty="0"/>
              <a:t>ループ回数</a:t>
            </a:r>
            <a:endParaRPr lang="en-US" altLang="ja-JP" sz="1400" dirty="0"/>
          </a:p>
          <a:p>
            <a:pPr marL="285750" lvl="0" indent="-285750">
              <a:buFont typeface="Wingdings" panose="05000000000000000000" pitchFamily="2" charset="2"/>
              <a:buChar char="l"/>
              <a:defRPr/>
            </a:pPr>
            <a:r>
              <a:rPr lang="ja-JP" altLang="en-US" sz="1400" dirty="0"/>
              <a:t>計算処理（</a:t>
            </a:r>
            <a:r>
              <a:rPr lang="en-US" altLang="ja-JP" sz="1400" dirty="0"/>
              <a:t>0</a:t>
            </a:r>
            <a:r>
              <a:rPr lang="ja-JP" altLang="en-US" sz="1400" dirty="0"/>
              <a:t>割、</a:t>
            </a:r>
            <a:r>
              <a:rPr lang="en-US" altLang="ja-JP" sz="1400" dirty="0"/>
              <a:t>null</a:t>
            </a:r>
            <a:r>
              <a:rPr lang="ja-JP" altLang="en-US" sz="1400" dirty="0"/>
              <a:t>・ブランク値含んだ場合、マイナス値混在）</a:t>
            </a:r>
            <a:endParaRPr lang="en-US" altLang="ja-JP" sz="1400" dirty="0"/>
          </a:p>
          <a:p>
            <a:pPr marL="285750" lvl="0" indent="-285750">
              <a:buFont typeface="Wingdings" panose="05000000000000000000" pitchFamily="2" charset="2"/>
              <a:buChar char="l"/>
              <a:defRPr/>
            </a:pPr>
            <a:r>
              <a:rPr lang="en-US" altLang="ja-JP" sz="1400" dirty="0"/>
              <a:t>DB</a:t>
            </a:r>
            <a:r>
              <a:rPr lang="ja-JP" altLang="en-US" sz="1400" dirty="0"/>
              <a:t>アクセス</a:t>
            </a:r>
            <a:endParaRPr lang="en-US" altLang="ja-JP" sz="1400" dirty="0"/>
          </a:p>
          <a:p>
            <a:pPr marL="285750" lvl="0" indent="-285750">
              <a:buFont typeface="Wingdings" panose="05000000000000000000" pitchFamily="2" charset="2"/>
              <a:buChar char="l"/>
              <a:defRPr/>
            </a:pPr>
            <a:r>
              <a:rPr lang="ja-JP" altLang="en-US" sz="1400" dirty="0"/>
              <a:t>トランザクション確認</a:t>
            </a:r>
            <a:endParaRPr lang="en-US" altLang="ja-JP" sz="1400" dirty="0"/>
          </a:p>
          <a:p>
            <a:pPr marL="285750" lvl="0" indent="-285750">
              <a:buFont typeface="Wingdings" panose="05000000000000000000" pitchFamily="2" charset="2"/>
              <a:buChar char="l"/>
              <a:defRPr/>
            </a:pPr>
            <a:r>
              <a:rPr lang="ja-JP" altLang="en-US" sz="1400" dirty="0"/>
              <a:t>レポート出力　</a:t>
            </a:r>
            <a:r>
              <a:rPr lang="en-US" altLang="ja-JP" sz="1400" dirty="0"/>
              <a:t>※</a:t>
            </a:r>
            <a:r>
              <a:rPr lang="ja-JP" altLang="en-US" sz="1400" dirty="0"/>
              <a:t>対象有機能のみ</a:t>
            </a:r>
            <a:endParaRPr lang="en-US" altLang="ja-JP" sz="1400" dirty="0"/>
          </a:p>
          <a:p>
            <a:pPr marL="285750" indent="-285750">
              <a:buFont typeface="Wingdings" panose="05000000000000000000" pitchFamily="2" charset="2"/>
              <a:buChar char="l"/>
              <a:defRPr/>
            </a:pPr>
            <a:r>
              <a:rPr lang="ja-JP" altLang="en-US" sz="1400" dirty="0"/>
              <a:t>例外処理確認</a:t>
            </a:r>
            <a:endParaRPr lang="en-US" altLang="ja-JP" sz="1400" dirty="0"/>
          </a:p>
          <a:p>
            <a:pPr marL="285750" indent="-285750">
              <a:buFont typeface="Wingdings" panose="05000000000000000000" pitchFamily="2" charset="2"/>
              <a:buChar char="l"/>
              <a:defRPr/>
            </a:pPr>
            <a:r>
              <a:rPr lang="ja-JP" altLang="en-US" sz="1400" dirty="0"/>
              <a:t>ログ出力（</a:t>
            </a:r>
            <a:r>
              <a:rPr lang="en-US" altLang="ja-JP" sz="1400" dirty="0"/>
              <a:t>INFO,WARNING,ERROR</a:t>
            </a:r>
            <a:r>
              <a:rPr lang="ja-JP" altLang="en-US" sz="1400" dirty="0"/>
              <a:t>、</a:t>
            </a:r>
            <a:r>
              <a:rPr lang="en-US" altLang="ja-JP" sz="1400" dirty="0"/>
              <a:t>DEBUG</a:t>
            </a:r>
            <a:r>
              <a:rPr lang="ja-JP" altLang="en-US" sz="1400" dirty="0"/>
              <a:t>等）</a:t>
            </a:r>
            <a:endParaRPr lang="en-US" altLang="ja-JP" sz="1400" dirty="0"/>
          </a:p>
          <a:p>
            <a:pPr marL="285750" indent="-285750">
              <a:buFont typeface="Wingdings" panose="05000000000000000000" pitchFamily="2" charset="2"/>
              <a:buChar char="l"/>
              <a:defRPr/>
            </a:pPr>
            <a:r>
              <a:rPr lang="ja-JP" altLang="en-US" sz="1400" dirty="0">
                <a:solidFill>
                  <a:srgbClr val="0070C0"/>
                </a:solidFill>
              </a:rPr>
              <a:t>件数一致</a:t>
            </a:r>
            <a:r>
              <a:rPr lang="en-US" altLang="ja-JP" sz="1400" dirty="0">
                <a:solidFill>
                  <a:srgbClr val="0070C0"/>
                </a:solidFill>
              </a:rPr>
              <a:t>(IN/OUT</a:t>
            </a:r>
            <a:r>
              <a:rPr lang="ja-JP" altLang="en-US" sz="1400" dirty="0">
                <a:solidFill>
                  <a:srgbClr val="0070C0"/>
                </a:solidFill>
              </a:rPr>
              <a:t>）</a:t>
            </a:r>
            <a:endParaRPr lang="en-US" altLang="ja-JP" sz="1400" dirty="0">
              <a:solidFill>
                <a:srgbClr val="0070C0"/>
              </a:solidFill>
            </a:endParaRPr>
          </a:p>
          <a:p>
            <a:pPr>
              <a:defRPr/>
            </a:pPr>
            <a:endParaRPr lang="en-US" altLang="ja-JP" sz="1400" dirty="0">
              <a:solidFill>
                <a:schemeClr val="accent2"/>
              </a:solidFill>
            </a:endParaRPr>
          </a:p>
          <a:p>
            <a:pPr>
              <a:defRPr/>
            </a:pPr>
            <a:endParaRPr lang="en-US" altLang="ja-JP" sz="1400" dirty="0"/>
          </a:p>
          <a:p>
            <a:pPr lvl="0">
              <a:defRPr/>
            </a:pPr>
            <a:endParaRPr lang="en-US" altLang="ja-JP" sz="1400" dirty="0">
              <a:highlight>
                <a:srgbClr val="FFFF00"/>
              </a:highlight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F173A822-7420-1823-9C2F-ABD189C0C59E}"/>
              </a:ext>
            </a:extLst>
          </p:cNvPr>
          <p:cNvSpPr/>
          <p:nvPr/>
        </p:nvSpPr>
        <p:spPr>
          <a:xfrm>
            <a:off x="274321" y="897426"/>
            <a:ext cx="1660465" cy="23967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</a:ln>
          <a:effectLst/>
        </p:spPr>
        <p:txBody>
          <a:bodyPr rot="0" spcFirstLastPara="0" vertOverflow="overflow" horzOverflow="overflow" vert="horz" wrap="square" lIns="72000" tIns="108000" rIns="72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検証ポイント</a:t>
            </a:r>
            <a:endParaRPr kumimoji="1" lang="ja-JP" altLang="en-US" sz="1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8" name="テキスト プレースホルダー 1">
            <a:extLst>
              <a:ext uri="{FF2B5EF4-FFF2-40B4-BE49-F238E27FC236}">
                <a16:creationId xmlns:a16="http://schemas.microsoft.com/office/drawing/2014/main" id="{70EB4D9F-C048-F28D-A884-D0DE95D3A56B}"/>
              </a:ext>
            </a:extLst>
          </p:cNvPr>
          <p:cNvSpPr txBox="1">
            <a:spLocks/>
          </p:cNvSpPr>
          <p:nvPr/>
        </p:nvSpPr>
        <p:spPr>
          <a:xfrm>
            <a:off x="0" y="277813"/>
            <a:ext cx="5327650" cy="433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kumimoji="1" sz="21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Meiryo UI" panose="020B0604030504040204" pitchFamily="50" charset="-128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Meiryo UI" panose="020B0604030504040204" pitchFamily="50" charset="-128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5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Meiryo UI" panose="020B0604030504040204" pitchFamily="50" charset="-128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Meiryo UI" panose="020B0604030504040204" pitchFamily="50" charset="-128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Meiryo UI" panose="020B0604030504040204" pitchFamily="50" charset="-128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dirty="0"/>
              <a:t>２－①．単体テスト（ホワイトボックステスト）</a:t>
            </a:r>
          </a:p>
        </p:txBody>
      </p:sp>
    </p:spTree>
    <p:extLst>
      <p:ext uri="{BB962C8B-B14F-4D97-AF65-F5344CB8AC3E}">
        <p14:creationId xmlns:p14="http://schemas.microsoft.com/office/powerpoint/2010/main" val="461802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5E37E-82E2-95BB-5186-1AF72E912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10A0809-496C-A3B9-4A53-3EEB8A796680}"/>
              </a:ext>
            </a:extLst>
          </p:cNvPr>
          <p:cNvSpPr txBox="1"/>
          <p:nvPr/>
        </p:nvSpPr>
        <p:spPr>
          <a:xfrm>
            <a:off x="278484" y="897429"/>
            <a:ext cx="8624447" cy="2887636"/>
          </a:xfrm>
          <a:prstGeom prst="rect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noAutofit/>
          </a:bodyPr>
          <a:lstStyle/>
          <a:p>
            <a:pPr lvl="0">
              <a:defRPr/>
            </a:pPr>
            <a:endParaRPr lang="en-US" altLang="ja-JP" sz="1400" dirty="0"/>
          </a:p>
          <a:p>
            <a:pPr marL="285750" indent="-285750" fontAlgn="ctr">
              <a:buFont typeface="Wingdings" panose="05000000000000000000" pitchFamily="2" charset="2"/>
              <a:buChar char="ü"/>
            </a:pPr>
            <a:r>
              <a:rPr lang="en-US" altLang="ja-JP" sz="1400" u="sng" dirty="0" err="1">
                <a:solidFill>
                  <a:srgbClr val="000000"/>
                </a:solidFill>
                <a:ea typeface="Meiryo UI" panose="020B0604030504040204" pitchFamily="50" charset="-128"/>
              </a:rPr>
              <a:t>Pytest</a:t>
            </a:r>
            <a:r>
              <a:rPr lang="ja-JP" altLang="en-US" sz="1400" u="sng" dirty="0">
                <a:solidFill>
                  <a:srgbClr val="000000"/>
                </a:solidFill>
                <a:ea typeface="Meiryo UI" panose="020B0604030504040204" pitchFamily="50" charset="-128"/>
              </a:rPr>
              <a:t>を作成対象となる機能について、</a:t>
            </a:r>
            <a:r>
              <a:rPr lang="ja-JP" altLang="en-US" sz="1400" u="sng" dirty="0">
                <a:solidFill>
                  <a:schemeClr val="tx1"/>
                </a:solidFill>
                <a:ea typeface="Meiryo UI" panose="020B0604030504040204" pitchFamily="50" charset="-128"/>
              </a:rPr>
              <a:t>カバレッジを測定する</a:t>
            </a:r>
          </a:p>
          <a:p>
            <a:pPr>
              <a:defRPr/>
            </a:pPr>
            <a:endParaRPr lang="en-US" altLang="ja-JP" sz="1400" dirty="0">
              <a:solidFill>
                <a:schemeClr val="accent2"/>
              </a:solidFill>
            </a:endParaRPr>
          </a:p>
          <a:p>
            <a:pPr>
              <a:defRPr/>
            </a:pPr>
            <a:r>
              <a:rPr lang="en-US" altLang="ja-JP" sz="1400" dirty="0">
                <a:solidFill>
                  <a:schemeClr val="accent2"/>
                </a:solidFill>
              </a:rPr>
              <a:t>【</a:t>
            </a:r>
            <a:r>
              <a:rPr lang="ja-JP" altLang="en-US" sz="1400" dirty="0">
                <a:solidFill>
                  <a:schemeClr val="accent2"/>
                </a:solidFill>
              </a:rPr>
              <a:t>バックエンド（</a:t>
            </a:r>
            <a:r>
              <a:rPr lang="en-US" altLang="ja-JP" sz="1400" dirty="0" err="1">
                <a:solidFill>
                  <a:schemeClr val="accent2"/>
                </a:solidFill>
              </a:rPr>
              <a:t>Pytest</a:t>
            </a:r>
            <a:r>
              <a:rPr lang="ja-JP" altLang="en-US" sz="1400" dirty="0">
                <a:solidFill>
                  <a:schemeClr val="accent2"/>
                </a:solidFill>
              </a:rPr>
              <a:t>）</a:t>
            </a:r>
            <a:r>
              <a:rPr lang="en-US" altLang="ja-JP" sz="1400" dirty="0">
                <a:solidFill>
                  <a:schemeClr val="accent2"/>
                </a:solidFill>
              </a:rPr>
              <a:t>】※</a:t>
            </a:r>
            <a:r>
              <a:rPr lang="ja-JP" altLang="en-US" sz="1400" dirty="0">
                <a:solidFill>
                  <a:schemeClr val="accent2"/>
                </a:solidFill>
              </a:rPr>
              <a:t>一部のバッチのみ</a:t>
            </a:r>
            <a:endParaRPr lang="en-US" altLang="ja-JP" sz="1400" dirty="0">
              <a:solidFill>
                <a:schemeClr val="accent2"/>
              </a:solidFill>
            </a:endParaRPr>
          </a:p>
          <a:p>
            <a:pPr>
              <a:defRPr/>
            </a:pPr>
            <a:r>
              <a:rPr lang="ja-JP" altLang="en-US" sz="1400" dirty="0"/>
              <a:t>検証ポイントは、ホワイトボックステストのバックエンドと同様とする</a:t>
            </a:r>
            <a:endParaRPr lang="en-US" altLang="ja-JP" sz="1400" dirty="0"/>
          </a:p>
          <a:p>
            <a:pPr>
              <a:defRPr/>
            </a:pPr>
            <a:endParaRPr lang="en-US" altLang="ja-JP" sz="1400" dirty="0"/>
          </a:p>
          <a:p>
            <a:pPr marL="285750" lvl="0" indent="-285750">
              <a:buFont typeface="Wingdings" panose="05000000000000000000" pitchFamily="2" charset="2"/>
              <a:buChar char="l"/>
              <a:defRPr/>
            </a:pPr>
            <a:r>
              <a:rPr lang="ja-JP" altLang="en-US" sz="1400" dirty="0"/>
              <a:t>カバレッジは、</a:t>
            </a:r>
            <a:r>
              <a:rPr lang="en-US" altLang="ja-JP" sz="1400" dirty="0"/>
              <a:t>C0</a:t>
            </a:r>
            <a:r>
              <a:rPr lang="ja-JP" altLang="en-US" sz="1400" dirty="0"/>
              <a:t>、</a:t>
            </a:r>
            <a:r>
              <a:rPr lang="en-US" altLang="ja-JP" sz="1400" dirty="0"/>
              <a:t>C1</a:t>
            </a:r>
            <a:r>
              <a:rPr lang="ja-JP" altLang="en-US" sz="1400" dirty="0"/>
              <a:t>ともに</a:t>
            </a:r>
            <a:r>
              <a:rPr lang="en-US" altLang="ja-JP" sz="1400" dirty="0"/>
              <a:t>90</a:t>
            </a:r>
            <a:r>
              <a:rPr lang="ja-JP" altLang="en-US" sz="1400" dirty="0"/>
              <a:t>％以上を基本とする。</a:t>
            </a:r>
            <a:endParaRPr lang="en-US" altLang="ja-JP" sz="1400" dirty="0"/>
          </a:p>
          <a:p>
            <a:pPr lvl="0">
              <a:defRPr/>
            </a:pPr>
            <a:r>
              <a:rPr lang="ja-JP" altLang="en-US" sz="1400" dirty="0"/>
              <a:t>　　（通せない共通処理はその旨を明記してスキップ）</a:t>
            </a:r>
            <a:endParaRPr lang="en-US" altLang="ja-JP" sz="1400" dirty="0"/>
          </a:p>
          <a:p>
            <a:pPr lvl="0">
              <a:defRPr/>
            </a:pPr>
            <a:endParaRPr lang="en-US" altLang="ja-JP" sz="1400" dirty="0">
              <a:highlight>
                <a:srgbClr val="FFFF00"/>
              </a:highlight>
            </a:endParaRPr>
          </a:p>
          <a:p>
            <a:pPr lvl="0">
              <a:defRPr/>
            </a:pPr>
            <a:endParaRPr lang="en-US" altLang="ja-JP" sz="1400" dirty="0">
              <a:highlight>
                <a:srgbClr val="FFFF00"/>
              </a:highlight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F173A822-7420-1823-9C2F-ABD189C0C59E}"/>
              </a:ext>
            </a:extLst>
          </p:cNvPr>
          <p:cNvSpPr/>
          <p:nvPr/>
        </p:nvSpPr>
        <p:spPr>
          <a:xfrm>
            <a:off x="274321" y="897430"/>
            <a:ext cx="1660465" cy="23967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</a:ln>
          <a:effectLst/>
        </p:spPr>
        <p:txBody>
          <a:bodyPr rot="0" spcFirstLastPara="0" vertOverflow="overflow" horzOverflow="overflow" vert="horz" wrap="square" lIns="72000" tIns="108000" rIns="72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検証ポイント</a:t>
            </a:r>
            <a:endParaRPr kumimoji="1" lang="ja-JP" altLang="en-US" sz="1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8" name="テキスト プレースホルダー 1">
            <a:extLst>
              <a:ext uri="{FF2B5EF4-FFF2-40B4-BE49-F238E27FC236}">
                <a16:creationId xmlns:a16="http://schemas.microsoft.com/office/drawing/2014/main" id="{9931D1DC-1D89-FC40-BCFE-EF12B5038566}"/>
              </a:ext>
            </a:extLst>
          </p:cNvPr>
          <p:cNvSpPr txBox="1">
            <a:spLocks/>
          </p:cNvSpPr>
          <p:nvPr/>
        </p:nvSpPr>
        <p:spPr>
          <a:xfrm>
            <a:off x="0" y="277813"/>
            <a:ext cx="5327650" cy="433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kumimoji="1" sz="21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Meiryo UI" panose="020B0604030504040204" pitchFamily="50" charset="-128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Meiryo UI" panose="020B0604030504040204" pitchFamily="50" charset="-128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5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Meiryo UI" panose="020B0604030504040204" pitchFamily="50" charset="-128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Meiryo UI" panose="020B0604030504040204" pitchFamily="50" charset="-128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Meiryo UI" panose="020B0604030504040204" pitchFamily="50" charset="-128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dirty="0"/>
              <a:t>２－②．単体テスト（自動テスト）</a:t>
            </a:r>
          </a:p>
        </p:txBody>
      </p:sp>
    </p:spTree>
    <p:extLst>
      <p:ext uri="{BB962C8B-B14F-4D97-AF65-F5344CB8AC3E}">
        <p14:creationId xmlns:p14="http://schemas.microsoft.com/office/powerpoint/2010/main" val="2067857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98CF86F-0F72-95B8-CE45-400A21FE9393}"/>
              </a:ext>
            </a:extLst>
          </p:cNvPr>
          <p:cNvSpPr txBox="1"/>
          <p:nvPr/>
        </p:nvSpPr>
        <p:spPr>
          <a:xfrm>
            <a:off x="280564" y="909959"/>
            <a:ext cx="8624447" cy="1169551"/>
          </a:xfrm>
          <a:prstGeom prst="rect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lvl="0">
              <a:defRPr/>
            </a:pPr>
            <a:endParaRPr lang="en-US" altLang="ja-JP" sz="1400" dirty="0"/>
          </a:p>
          <a:p>
            <a:pPr lvl="0">
              <a:defRPr/>
            </a:pPr>
            <a:r>
              <a:rPr lang="ja-JP" altLang="en-US" sz="1400" dirty="0"/>
              <a:t>下記環境を利用する。環境は</a:t>
            </a:r>
            <a:r>
              <a:rPr lang="en-US" altLang="ja-JP" sz="1400" dirty="0"/>
              <a:t>『</a:t>
            </a:r>
            <a:r>
              <a:rPr lang="ja-JP" altLang="en-US" sz="1400" dirty="0"/>
              <a:t>テスト方針書</a:t>
            </a:r>
            <a:r>
              <a:rPr lang="en-US" altLang="ja-JP" sz="1400" dirty="0"/>
              <a:t>』</a:t>
            </a:r>
            <a:r>
              <a:rPr lang="ja-JP" altLang="en-US" sz="1400" dirty="0"/>
              <a:t>参照</a:t>
            </a:r>
            <a:endParaRPr lang="en-US" altLang="ja-JP" sz="1400" dirty="0"/>
          </a:p>
          <a:p>
            <a:pPr lvl="0">
              <a:defRPr/>
            </a:pPr>
            <a:endParaRPr lang="en-US" altLang="ja-JP" sz="1400" dirty="0"/>
          </a:p>
          <a:p>
            <a:pPr marL="285750" lvl="0" indent="-285750">
              <a:buFont typeface="Wingdings" panose="05000000000000000000" pitchFamily="2" charset="2"/>
              <a:buChar char="l"/>
              <a:defRPr/>
            </a:pPr>
            <a:r>
              <a:rPr lang="en-US" altLang="ja-JP" sz="1400" b="1" dirty="0" err="1"/>
              <a:t>LecMoc</a:t>
            </a:r>
            <a:endParaRPr lang="en-US" altLang="ja-JP" sz="1400" b="1" dirty="0"/>
          </a:p>
          <a:p>
            <a:pPr lvl="0">
              <a:defRPr/>
            </a:pPr>
            <a:r>
              <a:rPr lang="ja-JP" altLang="en-US" sz="1400" dirty="0"/>
              <a:t>　　各開発者の端末上に構築した、</a:t>
            </a:r>
            <a:r>
              <a:rPr lang="en-US" altLang="ja-JP" sz="1400" dirty="0" err="1"/>
              <a:t>LecMoc</a:t>
            </a:r>
            <a:r>
              <a:rPr lang="ja-JP" altLang="en-US" sz="1400" dirty="0"/>
              <a:t>の環境上で実施</a:t>
            </a:r>
            <a:endParaRPr lang="en-US" altLang="ja-JP" sz="1400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8209E92-03B1-8944-2562-D417DAE2F255}"/>
              </a:ext>
            </a:extLst>
          </p:cNvPr>
          <p:cNvSpPr/>
          <p:nvPr/>
        </p:nvSpPr>
        <p:spPr>
          <a:xfrm>
            <a:off x="278484" y="898339"/>
            <a:ext cx="1660465" cy="23967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</a:ln>
          <a:effectLst/>
        </p:spPr>
        <p:txBody>
          <a:bodyPr rot="0" spcFirstLastPara="0" vertOverflow="overflow" horzOverflow="overflow" vert="horz" wrap="square" lIns="72000" tIns="108000" rIns="72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ローカル環境</a:t>
            </a:r>
            <a:endParaRPr kumimoji="1" lang="ja-JP" altLang="en-US" sz="1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9" name="テキスト プレースホルダー 1">
            <a:extLst>
              <a:ext uri="{FF2B5EF4-FFF2-40B4-BE49-F238E27FC236}">
                <a16:creationId xmlns:a16="http://schemas.microsoft.com/office/drawing/2014/main" id="{FB0F72AD-1B99-0FA0-8535-877BB95802B3}"/>
              </a:ext>
            </a:extLst>
          </p:cNvPr>
          <p:cNvSpPr txBox="1">
            <a:spLocks/>
          </p:cNvSpPr>
          <p:nvPr/>
        </p:nvSpPr>
        <p:spPr>
          <a:xfrm>
            <a:off x="0" y="277813"/>
            <a:ext cx="5327650" cy="433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kumimoji="1" sz="21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Meiryo UI" panose="020B0604030504040204" pitchFamily="50" charset="-128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Meiryo UI" panose="020B0604030504040204" pitchFamily="50" charset="-128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5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Meiryo UI" panose="020B0604030504040204" pitchFamily="50" charset="-128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Meiryo UI" panose="020B0604030504040204" pitchFamily="50" charset="-128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Meiryo UI" panose="020B0604030504040204" pitchFamily="50" charset="-128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dirty="0"/>
              <a:t>３．単体テスト・静的テスト環境</a:t>
            </a:r>
          </a:p>
        </p:txBody>
      </p:sp>
    </p:spTree>
    <p:extLst>
      <p:ext uri="{BB962C8B-B14F-4D97-AF65-F5344CB8AC3E}">
        <p14:creationId xmlns:p14="http://schemas.microsoft.com/office/powerpoint/2010/main" val="7251802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7037&quot;&gt;&lt;version val=&quot;32830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/%m/%d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4&quot;&gt;&lt;elem m_fUsage=&quot;1.53899999999999992362E+00&quot;&gt;&lt;m_msothmcolidx val=&quot;0&quot;/&gt;&lt;m_rgb r=&quot;9D&quot; g=&quot;C3&quot; b=&quot;E6&quot;/&gt;&lt;/elem&gt;&lt;elem m_fUsage=&quot;1.00000000000000000000E+00&quot;&gt;&lt;m_msothmcolidx val=&quot;0&quot;/&gt;&lt;m_rgb r=&quot;FF&quot; g=&quot;C0&quot; b=&quot;00&quot;/&gt;&lt;/elem&gt;&lt;elem m_fUsage=&quot;9.00000000000000022204E-01&quot;&gt;&lt;m_msothmcolidx val=&quot;0&quot;/&gt;&lt;m_rgb r=&quot;FF&quot; g=&quot;E6&quot; b=&quot;99&quot;/&gt;&lt;/elem&gt;&lt;elem m_fUsage=&quot;6.56100000000000127542E-01&quot;&gt;&lt;m_msothmcolidx val=&quot;0&quot;/&gt;&lt;m_rgb r=&quot;B7&quot; g=&quot;DE&quot; b=&quot;E8&quot;/&gt;&lt;/elem&gt;&lt;/m_vecMRU&gt;&lt;/m_mruColor&gt;&lt;m_eweekdayFirstOfWeek val=&quot;1&quot;/&gt;&lt;m_eweekdayFirstOfWorkweek val=&quot;2&quot;/&gt;&lt;m_eweekdayFirstOfWeekend val=&quot;7&quot;/&gt;&lt;/CPresentation&gt;&lt;/root&gt;"/>
  <p:tag name="EE4P_STYLE_ID" val="35e8e40f-b990-41de-a0fc-543397efce71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テーマ">
  <a:themeElements>
    <a:clrScheme name="東電">
      <a:dk1>
        <a:sysClr val="windowText" lastClr="000000"/>
      </a:dk1>
      <a:lt1>
        <a:sysClr val="window" lastClr="FFFFFF"/>
      </a:lt1>
      <a:dk2>
        <a:srgbClr val="EEECE1"/>
      </a:dk2>
      <a:lt2>
        <a:srgbClr val="E42125"/>
      </a:lt2>
      <a:accent1>
        <a:srgbClr val="4F81BD"/>
      </a:accent1>
      <a:accent2>
        <a:srgbClr val="1F497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 5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</a:schemeClr>
        </a:solidFill>
        <a:ln w="9525" cap="flat" cmpd="sng" algn="ctr">
          <a:solidFill>
            <a:schemeClr val="accent6">
              <a:lumMod val="60000"/>
              <a:lumOff val="40000"/>
            </a:schemeClr>
          </a:solidFill>
          <a:prstDash val="solid"/>
        </a:ln>
        <a:effectLst/>
      </a:spPr>
      <a:bodyPr rot="0" spcFirstLastPara="0" vertOverflow="overflow" horzOverflow="overflow" vert="horz" wrap="square" lIns="72000" tIns="108000" rIns="72000" bIns="10800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914400" rtl="0" eaLnBrk="1" fontAlgn="auto" latinLnBrk="0" hangingPunct="1">
          <a:lnSpc>
            <a:spcPct val="100000"/>
          </a:lnSpc>
          <a:spcAft>
            <a:spcPts val="0"/>
          </a:spcAft>
          <a:buClrTx/>
          <a:buSzTx/>
          <a:buFontTx/>
          <a:buNone/>
          <a:tabLst/>
          <a:defRPr kumimoji="1" sz="1400" i="0" u="none" strike="noStrike" kern="1200" cap="none" spc="0" normalizeH="0" baseline="0" noProof="0" dirty="0" smtClean="0">
            <a:ln>
              <a:noFill/>
            </a:ln>
            <a:effectLst/>
            <a:uLnTx/>
            <a:uFillTx/>
            <a:latin typeface="Meiryo UI" panose="020B0604030504040204" pitchFamily="50" charset="-128"/>
            <a:ea typeface="Meiryo UI" panose="020B0604030504040204" pitchFamily="50" charset="-128"/>
            <a:cs typeface="Meiryo UI" panose="020B0604030504040204" pitchFamily="50" charset="-128"/>
          </a:defRPr>
        </a:defPPr>
      </a:lstStyle>
    </a:spDef>
    <a:txDef>
      <a:spPr bwMode="auto">
        <a:noFill/>
        <a:ln w="6350">
          <a:solidFill>
            <a:schemeClr val="bg1">
              <a:lumMod val="65000"/>
            </a:schemeClr>
          </a:solidFill>
          <a:miter lim="800000"/>
          <a:headEnd/>
          <a:tailEnd/>
        </a:ln>
      </a:spPr>
      <a:bodyPr lIns="36000" tIns="36000" rIns="36000" bIns="36000" anchor="ctr"/>
      <a:lstStyle>
        <a:defPPr marL="180975" marR="0" indent="-180975" algn="l" defTabSz="457200" rtl="0" eaLnBrk="1" fontAlgn="auto" latinLnBrk="0" hangingPunct="1">
          <a:lnSpc>
            <a:spcPct val="100000"/>
          </a:lnSpc>
          <a:spcBef>
            <a:spcPts val="600"/>
          </a:spcBef>
          <a:buClr>
            <a:prstClr val="black"/>
          </a:buClr>
          <a:buSzTx/>
          <a:buFont typeface="Wingdings" panose="05000000000000000000" pitchFamily="2" charset="2"/>
          <a:buChar char="n"/>
          <a:tabLst/>
          <a:defRPr kumimoji="1" sz="1400" b="0" i="0" u="none" strike="noStrike" kern="1200" cap="none" spc="0" normalizeH="0" baseline="0" noProof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Meiryo UI" panose="020B0604030504040204" pitchFamily="50" charset="-128"/>
            <a:ea typeface="Meiryo UI" panose="020B0604030504040204" pitchFamily="50" charset="-128"/>
            <a:sym typeface="Meiryo UI" panose="020B0604030504040204" pitchFamily="50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4188c96-7968-4acb-9bbb-8a0b588810c8">
      <Terms xmlns="http://schemas.microsoft.com/office/infopath/2007/PartnerControls"/>
    </lcf76f155ced4ddcb4097134ff3c332f>
    <TaxCatchAll xmlns="58483dbd-2ae0-44ca-a79c-ce6710d17dd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2641DF6C8BE6174C9931224F8E26AB2F" ma:contentTypeVersion="11" ma:contentTypeDescription="新しいドキュメントを作成します。" ma:contentTypeScope="" ma:versionID="4f7b4c9173aacaf31a37639a1b1ffe3f">
  <xsd:schema xmlns:xsd="http://www.w3.org/2001/XMLSchema" xmlns:xs="http://www.w3.org/2001/XMLSchema" xmlns:p="http://schemas.microsoft.com/office/2006/metadata/properties" xmlns:ns2="f4188c96-7968-4acb-9bbb-8a0b588810c8" xmlns:ns3="58483dbd-2ae0-44ca-a79c-ce6710d17dd8" targetNamespace="http://schemas.microsoft.com/office/2006/metadata/properties" ma:root="true" ma:fieldsID="33098d552a60958e038c93a748d04b51" ns2:_="" ns3:_="">
    <xsd:import namespace="f4188c96-7968-4acb-9bbb-8a0b588810c8"/>
    <xsd:import namespace="58483dbd-2ae0-44ca-a79c-ce6710d17dd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188c96-7968-4acb-9bbb-8a0b588810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画像タグ" ma:readOnly="false" ma:fieldId="{5cf76f15-5ced-4ddc-b409-7134ff3c332f}" ma:taxonomyMulti="true" ma:sspId="4f741c3b-bdaf-46ab-bb9b-abf2ea42b0a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483dbd-2ae0-44ca-a79c-ce6710d17dd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100e850-8ef3-4b54-b02d-5fb1b1289fc8}" ma:internalName="TaxCatchAll" ma:showField="CatchAllData" ma:web="58483dbd-2ae0-44ca-a79c-ce6710d17dd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32BC218-4BE4-42C9-BFDB-B23AE3F50E21}">
  <ds:schemaRefs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58483dbd-2ae0-44ca-a79c-ce6710d17dd8"/>
    <ds:schemaRef ds:uri="http://schemas.openxmlformats.org/package/2006/metadata/core-properties"/>
    <ds:schemaRef ds:uri="http://purl.org/dc/elements/1.1/"/>
    <ds:schemaRef ds:uri="http://purl.org/dc/terms/"/>
    <ds:schemaRef ds:uri="f4188c96-7968-4acb-9bbb-8a0b588810c8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D77BEC4-D8BF-41BC-81C7-AEFC8ED2E68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52C74E4-95B1-48C7-9747-23B57759E38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4188c96-7968-4acb-9bbb-8a0b588810c8"/>
    <ds:schemaRef ds:uri="58483dbd-2ae0-44ca-a79c-ce6710d17dd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2575</TotalTime>
  <Words>883</Words>
  <Application>Microsoft Office PowerPoint</Application>
  <PresentationFormat>画面に合わせる (4:3)</PresentationFormat>
  <Paragraphs>139</Paragraphs>
  <Slides>8</Slides>
  <Notes>1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4" baseType="lpstr">
      <vt:lpstr>Meiryo UI</vt:lpstr>
      <vt:lpstr>游ゴシック</vt:lpstr>
      <vt:lpstr>Arial</vt:lpstr>
      <vt:lpstr>Wingdings</vt:lpstr>
      <vt:lpstr>Office テーマ</vt:lpstr>
      <vt:lpstr>think-cell スライド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杉田 明美(akemi sugita)/TEPSYS</cp:lastModifiedBy>
  <cp:revision>8</cp:revision>
  <dcterms:created xsi:type="dcterms:W3CDTF">2023-03-28T04:46:44Z</dcterms:created>
  <dcterms:modified xsi:type="dcterms:W3CDTF">2026-10-06T08:41:57Z</dcterms:modified>
  <cp:category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a60d57e-af5b-4752-ac57-3e4f28ca11dc_Enabled">
    <vt:lpwstr>true</vt:lpwstr>
  </property>
  <property fmtid="{D5CDD505-2E9C-101B-9397-08002B2CF9AE}" pid="3" name="MSIP_Label_ea60d57e-af5b-4752-ac57-3e4f28ca11dc_SetDate">
    <vt:lpwstr>2023-03-28T04:47:00Z</vt:lpwstr>
  </property>
  <property fmtid="{D5CDD505-2E9C-101B-9397-08002B2CF9AE}" pid="4" name="MSIP_Label_ea60d57e-af5b-4752-ac57-3e4f28ca11dc_Method">
    <vt:lpwstr>Standard</vt:lpwstr>
  </property>
  <property fmtid="{D5CDD505-2E9C-101B-9397-08002B2CF9AE}" pid="5" name="MSIP_Label_ea60d57e-af5b-4752-ac57-3e4f28ca11dc_Name">
    <vt:lpwstr>ea60d57e-af5b-4752-ac57-3e4f28ca11dc</vt:lpwstr>
  </property>
  <property fmtid="{D5CDD505-2E9C-101B-9397-08002B2CF9AE}" pid="6" name="MSIP_Label_ea60d57e-af5b-4752-ac57-3e4f28ca11dc_SiteId">
    <vt:lpwstr>36da45f1-dd2c-4d1f-af13-5abe46b99921</vt:lpwstr>
  </property>
  <property fmtid="{D5CDD505-2E9C-101B-9397-08002B2CF9AE}" pid="7" name="MSIP_Label_ea60d57e-af5b-4752-ac57-3e4f28ca11dc_ActionId">
    <vt:lpwstr>26acde6d-c047-42f9-bc1b-cda86fde8d6b</vt:lpwstr>
  </property>
  <property fmtid="{D5CDD505-2E9C-101B-9397-08002B2CF9AE}" pid="8" name="MSIP_Label_ea60d57e-af5b-4752-ac57-3e4f28ca11dc_ContentBits">
    <vt:lpwstr>0</vt:lpwstr>
  </property>
  <property fmtid="{D5CDD505-2E9C-101B-9397-08002B2CF9AE}" pid="9" name="MediaServiceImageTags">
    <vt:lpwstr/>
  </property>
  <property fmtid="{D5CDD505-2E9C-101B-9397-08002B2CF9AE}" pid="10" name="ContentTypeId">
    <vt:lpwstr>0x0101002641DF6C8BE6174C9931224F8E26AB2F</vt:lpwstr>
  </property>
  <property fmtid="{D5CDD505-2E9C-101B-9397-08002B2CF9AE}" pid="11" name="MSIP_Label_defa4170-0d19-0005-0004-bc88714345d2_Enabled">
    <vt:lpwstr>true</vt:lpwstr>
  </property>
  <property fmtid="{D5CDD505-2E9C-101B-9397-08002B2CF9AE}" pid="12" name="MSIP_Label_defa4170-0d19-0005-0004-bc88714345d2_SetDate">
    <vt:lpwstr>2023-11-07T06:55:06Z</vt:lpwstr>
  </property>
  <property fmtid="{D5CDD505-2E9C-101B-9397-08002B2CF9AE}" pid="13" name="MSIP_Label_defa4170-0d19-0005-0004-bc88714345d2_Method">
    <vt:lpwstr>Standard</vt:lpwstr>
  </property>
  <property fmtid="{D5CDD505-2E9C-101B-9397-08002B2CF9AE}" pid="14" name="MSIP_Label_defa4170-0d19-0005-0004-bc88714345d2_Name">
    <vt:lpwstr>defa4170-0d19-0005-0004-bc88714345d2</vt:lpwstr>
  </property>
  <property fmtid="{D5CDD505-2E9C-101B-9397-08002B2CF9AE}" pid="15" name="MSIP_Label_defa4170-0d19-0005-0004-bc88714345d2_SiteId">
    <vt:lpwstr>9d974004-9a00-42fc-9589-3ba1aae291b6</vt:lpwstr>
  </property>
  <property fmtid="{D5CDD505-2E9C-101B-9397-08002B2CF9AE}" pid="16" name="MSIP_Label_defa4170-0d19-0005-0004-bc88714345d2_ActionId">
    <vt:lpwstr>b2163d7a-a90b-4b6d-8bc8-1476e577fd09</vt:lpwstr>
  </property>
  <property fmtid="{D5CDD505-2E9C-101B-9397-08002B2CF9AE}" pid="17" name="MSIP_Label_defa4170-0d19-0005-0004-bc88714345d2_ContentBits">
    <vt:lpwstr>0</vt:lpwstr>
  </property>
</Properties>
</file>